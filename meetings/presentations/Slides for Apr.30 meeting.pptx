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6" r:id="rId4"/>
    <p:sldMasterId id="2147483677"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da7f5c1d16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da7f5c1d16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da7f5c1d1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da7f5c1d1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a7f5c1d16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a7f5c1d16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a7f5c1d1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da7f5c1d1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b0bc0b583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db0bc0b583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b0bc0b58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b0bc0b58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b0bc0b583_2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b0bc0b583_2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b0bc0b58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b0bc0b58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db0bc0b583_2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db0bc0b583_2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b0bc0b583_2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b0bc0b583_2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db0bc0b583_2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db0bc0b583_2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db0bc0b583_2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db0bc0b583_2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top">
  <p:cSld name="Title slide - Title at the top">
    <p:bg>
      <p:bgPr>
        <a:solidFill>
          <a:srgbClr val="EEE8E8"/>
        </a:solidFill>
      </p:bgPr>
    </p:bg>
    <p:spTree>
      <p:nvGrpSpPr>
        <p:cNvPr id="56" name="Shape 56"/>
        <p:cNvGrpSpPr/>
        <p:nvPr/>
      </p:nvGrpSpPr>
      <p:grpSpPr>
        <a:xfrm>
          <a:off x="0" y="0"/>
          <a:ext cx="0" cy="0"/>
          <a:chOff x="0" y="0"/>
          <a:chExt cx="0" cy="0"/>
        </a:xfrm>
      </p:grpSpPr>
      <p:sp>
        <p:nvSpPr>
          <p:cNvPr id="57" name="Google Shape;57;p14"/>
          <p:cNvSpPr/>
          <p:nvPr/>
        </p:nvSpPr>
        <p:spPr>
          <a:xfrm>
            <a:off x="0" y="75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58" name="Google Shape;58;p14"/>
          <p:cNvSpPr txBox="1"/>
          <p:nvPr>
            <p:ph type="ctrTitle"/>
          </p:nvPr>
        </p:nvSpPr>
        <p:spPr>
          <a:xfrm>
            <a:off x="-1" y="756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4"/>
          <p:cNvSpPr txBox="1"/>
          <p:nvPr>
            <p:ph idx="1" type="subTitle"/>
          </p:nvPr>
        </p:nvSpPr>
        <p:spPr>
          <a:xfrm>
            <a:off x="-1" y="1548000"/>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60" name="Google Shape;60;p14"/>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61" name="Google Shape;61;p14"/>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2" name="Google Shape;62;p14"/>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in the middle">
  <p:cSld name="Title slide - Title in the middle">
    <p:spTree>
      <p:nvGrpSpPr>
        <p:cNvPr id="63" name="Shape 63"/>
        <p:cNvGrpSpPr/>
        <p:nvPr/>
      </p:nvGrpSpPr>
      <p:grpSpPr>
        <a:xfrm>
          <a:off x="0" y="0"/>
          <a:ext cx="0" cy="0"/>
          <a:chOff x="0" y="0"/>
          <a:chExt cx="0" cy="0"/>
        </a:xfrm>
      </p:grpSpPr>
      <p:sp>
        <p:nvSpPr>
          <p:cNvPr id="64" name="Google Shape;64;p15"/>
          <p:cNvSpPr/>
          <p:nvPr/>
        </p:nvSpPr>
        <p:spPr>
          <a:xfrm>
            <a:off x="0" y="183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65" name="Google Shape;65;p15"/>
          <p:cNvSpPr txBox="1"/>
          <p:nvPr>
            <p:ph type="ctrTitle"/>
          </p:nvPr>
        </p:nvSpPr>
        <p:spPr>
          <a:xfrm>
            <a:off x="-1" y="18355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5"/>
          <p:cNvSpPr txBox="1"/>
          <p:nvPr>
            <p:ph idx="1" type="subTitle"/>
          </p:nvPr>
        </p:nvSpPr>
        <p:spPr>
          <a:xfrm>
            <a:off x="-1" y="2628097"/>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67" name="Google Shape;67;p15"/>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68" name="Google Shape;68;p15"/>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9" name="Google Shape;69;p15"/>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bottom">
  <p:cSld name="Title slide - Title at the bottom">
    <p:spTree>
      <p:nvGrpSpPr>
        <p:cNvPr id="70" name="Shape 70"/>
        <p:cNvGrpSpPr/>
        <p:nvPr/>
      </p:nvGrpSpPr>
      <p:grpSpPr>
        <a:xfrm>
          <a:off x="0" y="0"/>
          <a:ext cx="0" cy="0"/>
          <a:chOff x="0" y="0"/>
          <a:chExt cx="0" cy="0"/>
        </a:xfrm>
      </p:grpSpPr>
      <p:sp>
        <p:nvSpPr>
          <p:cNvPr id="71" name="Google Shape;71;p16"/>
          <p:cNvSpPr/>
          <p:nvPr/>
        </p:nvSpPr>
        <p:spPr>
          <a:xfrm>
            <a:off x="0" y="291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lt1"/>
              </a:solidFill>
              <a:latin typeface="Calibri"/>
              <a:ea typeface="Calibri"/>
              <a:cs typeface="Calibri"/>
              <a:sym typeface="Calibri"/>
            </a:endParaRPr>
          </a:p>
        </p:txBody>
      </p:sp>
      <p:sp>
        <p:nvSpPr>
          <p:cNvPr id="72" name="Google Shape;72;p16"/>
          <p:cNvSpPr txBox="1"/>
          <p:nvPr>
            <p:ph type="ctrTitle"/>
          </p:nvPr>
        </p:nvSpPr>
        <p:spPr>
          <a:xfrm>
            <a:off x="-1" y="2915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6"/>
          <p:cNvSpPr txBox="1"/>
          <p:nvPr>
            <p:ph idx="1" type="subTitle"/>
          </p:nvPr>
        </p:nvSpPr>
        <p:spPr>
          <a:xfrm>
            <a:off x="-1" y="3708591"/>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74" name="Google Shape;74;p16"/>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75" name="Google Shape;75;p16"/>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6" name="Google Shape;76;p16"/>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type="obj">
  <p:cSld name="OBJECT">
    <p:spTree>
      <p:nvGrpSpPr>
        <p:cNvPr id="77" name="Shape 77"/>
        <p:cNvGrpSpPr/>
        <p:nvPr/>
      </p:nvGrpSpPr>
      <p:grpSpPr>
        <a:xfrm>
          <a:off x="0" y="0"/>
          <a:ext cx="0" cy="0"/>
          <a:chOff x="0" y="0"/>
          <a:chExt cx="0" cy="0"/>
        </a:xfrm>
      </p:grpSpPr>
      <p:sp>
        <p:nvSpPr>
          <p:cNvPr id="78" name="Google Shape;78;p17"/>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7"/>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0" name="Google Shape;80;p17"/>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1" name="Google Shape;81;p17"/>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7"/>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 2 columns">
  <p:cSld name="Text slide - 2 columns">
    <p:spTree>
      <p:nvGrpSpPr>
        <p:cNvPr id="83" name="Shape 83"/>
        <p:cNvGrpSpPr/>
        <p:nvPr/>
      </p:nvGrpSpPr>
      <p:grpSpPr>
        <a:xfrm>
          <a:off x="0" y="0"/>
          <a:ext cx="0" cy="0"/>
          <a:chOff x="0" y="0"/>
          <a:chExt cx="0" cy="0"/>
        </a:xfrm>
      </p:grpSpPr>
      <p:sp>
        <p:nvSpPr>
          <p:cNvPr id="84" name="Google Shape;84;p18"/>
          <p:cNvSpPr txBox="1"/>
          <p:nvPr>
            <p:ph type="title"/>
          </p:nvPr>
        </p:nvSpPr>
        <p:spPr>
          <a:xfrm>
            <a:off x="758825" y="585793"/>
            <a:ext cx="359568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8"/>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6" name="Google Shape;86;p18"/>
          <p:cNvSpPr txBox="1"/>
          <p:nvPr>
            <p:ph idx="2" type="body"/>
          </p:nvPr>
        </p:nvSpPr>
        <p:spPr>
          <a:xfrm>
            <a:off x="4723606" y="1296000"/>
            <a:ext cx="3595688" cy="2933101"/>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7" name="Google Shape;87;p18"/>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8" name="Google Shape;88;p18"/>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8"/>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90" name="Google Shape;90;p18"/>
          <p:cNvSpPr txBox="1"/>
          <p:nvPr>
            <p:ph idx="3" type="body"/>
          </p:nvPr>
        </p:nvSpPr>
        <p:spPr>
          <a:xfrm>
            <a:off x="4714875" y="586800"/>
            <a:ext cx="3604419" cy="73223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b="0" sz="1950">
                <a:solidFill>
                  <a:schemeClr val="dk1"/>
                </a:solidFill>
                <a:latin typeface="Calibri"/>
                <a:ea typeface="Calibri"/>
                <a:cs typeface="Calibri"/>
                <a:sym typeface="Calibri"/>
              </a:defRPr>
            </a:lvl1pPr>
            <a:lvl2pPr indent="-228600" lvl="1" marL="914400" algn="l">
              <a:lnSpc>
                <a:spcPct val="100000"/>
              </a:lnSpc>
              <a:spcBef>
                <a:spcPts val="0"/>
              </a:spcBef>
              <a:spcAft>
                <a:spcPts val="0"/>
              </a:spcAft>
              <a:buClr>
                <a:schemeClr val="dk1"/>
              </a:buClr>
              <a:buSzPts val="1500"/>
              <a:buNone/>
              <a:defRPr b="1" sz="1500"/>
            </a:lvl2pPr>
            <a:lvl3pPr indent="-228600" lvl="2" marL="1371600" algn="l">
              <a:lnSpc>
                <a:spcPct val="100000"/>
              </a:lnSpc>
              <a:spcBef>
                <a:spcPts val="0"/>
              </a:spcBef>
              <a:spcAft>
                <a:spcPts val="0"/>
              </a:spcAft>
              <a:buClr>
                <a:schemeClr val="dk1"/>
              </a:buClr>
              <a:buSzPts val="1350"/>
              <a:buNone/>
              <a:defRPr b="1" sz="1350"/>
            </a:lvl3pPr>
            <a:lvl4pPr indent="-228600" lvl="3" marL="1828800" algn="l">
              <a:lnSpc>
                <a:spcPct val="100000"/>
              </a:lnSpc>
              <a:spcBef>
                <a:spcPts val="0"/>
              </a:spcBef>
              <a:spcAft>
                <a:spcPts val="0"/>
              </a:spcAft>
              <a:buClr>
                <a:schemeClr val="dk1"/>
              </a:buClr>
              <a:buSzPts val="1200"/>
              <a:buNone/>
              <a:defRPr b="1" sz="1200"/>
            </a:lvl4pPr>
            <a:lvl5pPr indent="-228600" lvl="4" marL="2286000" algn="l">
              <a:lnSpc>
                <a:spcPct val="100000"/>
              </a:lnSpc>
              <a:spcBef>
                <a:spcPts val="0"/>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text - 1/2 image">
  <p:cSld name="1/2 text - 1/2 image">
    <p:spTree>
      <p:nvGrpSpPr>
        <p:cNvPr id="91" name="Shape 91"/>
        <p:cNvGrpSpPr/>
        <p:nvPr/>
      </p:nvGrpSpPr>
      <p:grpSpPr>
        <a:xfrm>
          <a:off x="0" y="0"/>
          <a:ext cx="0" cy="0"/>
          <a:chOff x="0" y="0"/>
          <a:chExt cx="0" cy="0"/>
        </a:xfrm>
      </p:grpSpPr>
      <p:sp>
        <p:nvSpPr>
          <p:cNvPr id="92" name="Google Shape;92;p19"/>
          <p:cNvSpPr txBox="1"/>
          <p:nvPr>
            <p:ph type="title"/>
          </p:nvPr>
        </p:nvSpPr>
        <p:spPr>
          <a:xfrm>
            <a:off x="756000"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9"/>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94" name="Google Shape;94;p19"/>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95" name="Google Shape;95;p1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1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97" name="Google Shape;97;p19"/>
          <p:cNvSpPr/>
          <p:nvPr>
            <p:ph idx="2" type="pic"/>
          </p:nvPr>
        </p:nvSpPr>
        <p:spPr>
          <a:xfrm>
            <a:off x="4714875" y="0"/>
            <a:ext cx="4429125" cy="4567238"/>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3 text - 1/3 image">
  <p:cSld name="2/3 text - 1/3 image">
    <p:spTree>
      <p:nvGrpSpPr>
        <p:cNvPr id="98" name="Shape 98"/>
        <p:cNvGrpSpPr/>
        <p:nvPr/>
      </p:nvGrpSpPr>
      <p:grpSpPr>
        <a:xfrm>
          <a:off x="0" y="0"/>
          <a:ext cx="0" cy="0"/>
          <a:chOff x="0" y="0"/>
          <a:chExt cx="0" cy="0"/>
        </a:xfrm>
      </p:grpSpPr>
      <p:sp>
        <p:nvSpPr>
          <p:cNvPr id="99" name="Google Shape;99;p20"/>
          <p:cNvSpPr txBox="1"/>
          <p:nvPr>
            <p:ph type="title"/>
          </p:nvPr>
        </p:nvSpPr>
        <p:spPr>
          <a:xfrm>
            <a:off x="756000" y="586800"/>
            <a:ext cx="491013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0" name="Google Shape;100;p20"/>
          <p:cNvSpPr txBox="1"/>
          <p:nvPr>
            <p:ph idx="1" type="body"/>
          </p:nvPr>
        </p:nvSpPr>
        <p:spPr>
          <a:xfrm>
            <a:off x="755650" y="1295401"/>
            <a:ext cx="491331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1" name="Google Shape;101;p20"/>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02" name="Google Shape;102;p20"/>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3" name="Google Shape;103;p20"/>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04" name="Google Shape;104;p20"/>
          <p:cNvSpPr/>
          <p:nvPr>
            <p:ph idx="2" type="pic"/>
          </p:nvPr>
        </p:nvSpPr>
        <p:spPr>
          <a:xfrm>
            <a:off x="6046788" y="0"/>
            <a:ext cx="3097212" cy="4567238"/>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image - 1/2 text">
  <p:cSld name="1/2 image - 1/2 text">
    <p:spTree>
      <p:nvGrpSpPr>
        <p:cNvPr id="105" name="Shape 105"/>
        <p:cNvGrpSpPr/>
        <p:nvPr/>
      </p:nvGrpSpPr>
      <p:grpSpPr>
        <a:xfrm>
          <a:off x="0" y="0"/>
          <a:ext cx="0" cy="0"/>
          <a:chOff x="0" y="0"/>
          <a:chExt cx="0" cy="0"/>
        </a:xfrm>
      </p:grpSpPr>
      <p:sp>
        <p:nvSpPr>
          <p:cNvPr id="106" name="Google Shape;106;p21"/>
          <p:cNvSpPr txBox="1"/>
          <p:nvPr>
            <p:ph type="title"/>
          </p:nvPr>
        </p:nvSpPr>
        <p:spPr>
          <a:xfrm>
            <a:off x="4723518"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7" name="Google Shape;107;p21"/>
          <p:cNvSpPr txBox="1"/>
          <p:nvPr>
            <p:ph idx="1" type="body"/>
          </p:nvPr>
        </p:nvSpPr>
        <p:spPr>
          <a:xfrm>
            <a:off x="4720343"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8" name="Google Shape;108;p21"/>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09" name="Google Shape;109;p21"/>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0" name="Google Shape;110;p21"/>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11" name="Google Shape;111;p21"/>
          <p:cNvSpPr/>
          <p:nvPr>
            <p:ph idx="2" type="pic"/>
          </p:nvPr>
        </p:nvSpPr>
        <p:spPr>
          <a:xfrm>
            <a:off x="0" y="0"/>
            <a:ext cx="4354513" cy="4567238"/>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 2/3 text">
  <p:cSld name="1/3 image - 2/3 text">
    <p:spTree>
      <p:nvGrpSpPr>
        <p:cNvPr id="112" name="Shape 112"/>
        <p:cNvGrpSpPr/>
        <p:nvPr/>
      </p:nvGrpSpPr>
      <p:grpSpPr>
        <a:xfrm>
          <a:off x="0" y="0"/>
          <a:ext cx="0" cy="0"/>
          <a:chOff x="0" y="0"/>
          <a:chExt cx="0" cy="0"/>
        </a:xfrm>
      </p:grpSpPr>
      <p:sp>
        <p:nvSpPr>
          <p:cNvPr id="113" name="Google Shape;113;p22"/>
          <p:cNvSpPr txBox="1"/>
          <p:nvPr>
            <p:ph type="title"/>
          </p:nvPr>
        </p:nvSpPr>
        <p:spPr>
          <a:xfrm>
            <a:off x="3494405" y="586800"/>
            <a:ext cx="482092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22"/>
          <p:cNvSpPr txBox="1"/>
          <p:nvPr>
            <p:ph idx="1" type="body"/>
          </p:nvPr>
        </p:nvSpPr>
        <p:spPr>
          <a:xfrm>
            <a:off x="3491230" y="1295401"/>
            <a:ext cx="4824095"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15" name="Google Shape;115;p22"/>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16" name="Google Shape;116;p22"/>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2"/>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18" name="Google Shape;118;p22"/>
          <p:cNvSpPr/>
          <p:nvPr>
            <p:ph idx="2" type="pic"/>
          </p:nvPr>
        </p:nvSpPr>
        <p:spPr>
          <a:xfrm>
            <a:off x="0" y="0"/>
            <a:ext cx="3022600" cy="4567238"/>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 image/movie 16:9">
  <p:cSld name="Headline + image/movie 16:9">
    <p:spTree>
      <p:nvGrpSpPr>
        <p:cNvPr id="119" name="Shape 119"/>
        <p:cNvGrpSpPr/>
        <p:nvPr/>
      </p:nvGrpSpPr>
      <p:grpSpPr>
        <a:xfrm>
          <a:off x="0" y="0"/>
          <a:ext cx="0" cy="0"/>
          <a:chOff x="0" y="0"/>
          <a:chExt cx="0" cy="0"/>
        </a:xfrm>
      </p:grpSpPr>
      <p:sp>
        <p:nvSpPr>
          <p:cNvPr id="120" name="Google Shape;120;p23"/>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3"/>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22" name="Google Shape;122;p2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24" name="Google Shape;124;p23"/>
          <p:cNvSpPr txBox="1"/>
          <p:nvPr>
            <p:ph idx="1" type="body"/>
          </p:nvPr>
        </p:nvSpPr>
        <p:spPr>
          <a:xfrm>
            <a:off x="1889125" y="1079501"/>
            <a:ext cx="5292725" cy="2977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25" name="Google Shape;125;p23"/>
          <p:cNvSpPr txBox="1"/>
          <p:nvPr>
            <p:ph idx="2" type="body"/>
          </p:nvPr>
        </p:nvSpPr>
        <p:spPr>
          <a:xfrm>
            <a:off x="1889125" y="4106268"/>
            <a:ext cx="5292725" cy="165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None/>
              <a:defRPr i="1" sz="110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3 images">
  <p:cSld name="Text + 3 images">
    <p:spTree>
      <p:nvGrpSpPr>
        <p:cNvPr id="126" name="Shape 126"/>
        <p:cNvGrpSpPr/>
        <p:nvPr/>
      </p:nvGrpSpPr>
      <p:grpSpPr>
        <a:xfrm>
          <a:off x="0" y="0"/>
          <a:ext cx="0" cy="0"/>
          <a:chOff x="0" y="0"/>
          <a:chExt cx="0" cy="0"/>
        </a:xfrm>
      </p:grpSpPr>
      <p:sp>
        <p:nvSpPr>
          <p:cNvPr id="127" name="Google Shape;127;p24"/>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 name="Google Shape;128;p24"/>
          <p:cNvSpPr txBox="1"/>
          <p:nvPr>
            <p:ph idx="1" type="body"/>
          </p:nvPr>
        </p:nvSpPr>
        <p:spPr>
          <a:xfrm>
            <a:off x="758824" y="1306642"/>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29" name="Google Shape;129;p24"/>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30" name="Google Shape;130;p24"/>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1" name="Google Shape;131;p24"/>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32" name="Google Shape;132;p24"/>
          <p:cNvSpPr txBox="1"/>
          <p:nvPr>
            <p:ph idx="2" type="body"/>
          </p:nvPr>
        </p:nvSpPr>
        <p:spPr>
          <a:xfrm>
            <a:off x="3490913"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33" name="Google Shape;133;p24"/>
          <p:cNvSpPr txBox="1"/>
          <p:nvPr>
            <p:ph idx="3" type="body"/>
          </p:nvPr>
        </p:nvSpPr>
        <p:spPr>
          <a:xfrm>
            <a:off x="6235414"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34" name="Google Shape;134;p24"/>
          <p:cNvSpPr/>
          <p:nvPr>
            <p:ph idx="4" type="pic"/>
          </p:nvPr>
        </p:nvSpPr>
        <p:spPr>
          <a:xfrm>
            <a:off x="755650" y="1943101"/>
            <a:ext cx="2087563" cy="2625298"/>
          </a:xfrm>
          <a:prstGeom prst="rect">
            <a:avLst/>
          </a:prstGeom>
          <a:noFill/>
          <a:ln>
            <a:noFill/>
          </a:ln>
        </p:spPr>
      </p:sp>
      <p:sp>
        <p:nvSpPr>
          <p:cNvPr id="135" name="Google Shape;135;p24"/>
          <p:cNvSpPr/>
          <p:nvPr>
            <p:ph idx="5" type="pic"/>
          </p:nvPr>
        </p:nvSpPr>
        <p:spPr>
          <a:xfrm>
            <a:off x="3487739" y="1943101"/>
            <a:ext cx="2087563" cy="2625298"/>
          </a:xfrm>
          <a:prstGeom prst="rect">
            <a:avLst/>
          </a:prstGeom>
          <a:noFill/>
          <a:ln>
            <a:noFill/>
          </a:ln>
        </p:spPr>
      </p:sp>
      <p:sp>
        <p:nvSpPr>
          <p:cNvPr id="136" name="Google Shape;136;p24"/>
          <p:cNvSpPr/>
          <p:nvPr>
            <p:ph idx="6" type="pic"/>
          </p:nvPr>
        </p:nvSpPr>
        <p:spPr>
          <a:xfrm>
            <a:off x="6235414" y="1943101"/>
            <a:ext cx="2087563" cy="2625298"/>
          </a:xfrm>
          <a:prstGeom prst="rect">
            <a:avLst/>
          </a:prstGeom>
          <a:noFill/>
          <a:ln>
            <a:noFill/>
          </a:ln>
        </p:spPr>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dark image">
  <p:cSld name="Heading + full screen dark image">
    <p:bg>
      <p:bgPr>
        <a:solidFill>
          <a:srgbClr val="A5A5A5"/>
        </a:solidFill>
      </p:bgPr>
    </p:bg>
    <p:spTree>
      <p:nvGrpSpPr>
        <p:cNvPr id="137" name="Shape 137"/>
        <p:cNvGrpSpPr/>
        <p:nvPr/>
      </p:nvGrpSpPr>
      <p:grpSpPr>
        <a:xfrm>
          <a:off x="0" y="0"/>
          <a:ext cx="0" cy="0"/>
          <a:chOff x="0" y="0"/>
          <a:chExt cx="0" cy="0"/>
        </a:xfrm>
      </p:grpSpPr>
      <p:sp>
        <p:nvSpPr>
          <p:cNvPr id="138" name="Google Shape;138;p25"/>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9" name="Google Shape;139;p25"/>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40" name="Google Shape;140;p25"/>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25"/>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light image">
  <p:cSld name="Heading + full screen light image">
    <p:bg>
      <p:bgPr>
        <a:solidFill>
          <a:srgbClr val="F2F2F2"/>
        </a:solidFill>
      </p:bgPr>
    </p:bg>
    <p:spTree>
      <p:nvGrpSpPr>
        <p:cNvPr id="142" name="Shape 142"/>
        <p:cNvGrpSpPr/>
        <p:nvPr/>
      </p:nvGrpSpPr>
      <p:grpSpPr>
        <a:xfrm>
          <a:off x="0" y="0"/>
          <a:ext cx="0" cy="0"/>
          <a:chOff x="0" y="0"/>
          <a:chExt cx="0" cy="0"/>
        </a:xfrm>
      </p:grpSpPr>
      <p:sp>
        <p:nvSpPr>
          <p:cNvPr id="143" name="Google Shape;143;p26"/>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4" name="Google Shape;144;p26"/>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45" name="Google Shape;145;p26"/>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6" name="Google Shape;146;p26"/>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background">
  <p:cSld name="White background">
    <p:bg>
      <p:bgPr>
        <a:solidFill>
          <a:schemeClr val="lt1"/>
        </a:solidFill>
      </p:bgPr>
    </p:bg>
    <p:spTree>
      <p:nvGrpSpPr>
        <p:cNvPr id="147" name="Shape 147"/>
        <p:cNvGrpSpPr/>
        <p:nvPr/>
      </p:nvGrpSpPr>
      <p:grpSpPr>
        <a:xfrm>
          <a:off x="0" y="0"/>
          <a:ext cx="0" cy="0"/>
          <a:chOff x="0" y="0"/>
          <a:chExt cx="0" cy="0"/>
        </a:xfrm>
      </p:grpSpPr>
      <p:sp>
        <p:nvSpPr>
          <p:cNvPr id="148" name="Google Shape;148;p27"/>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9" name="Google Shape;149;p27"/>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50" name="Google Shape;150;p27"/>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1" name="Google Shape;151;p27"/>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152" name="Google Shape;152;p27"/>
          <p:cNvCxnSpPr/>
          <p:nvPr/>
        </p:nvCxnSpPr>
        <p:spPr>
          <a:xfrm>
            <a:off x="0" y="4563782"/>
            <a:ext cx="9144000" cy="0"/>
          </a:xfrm>
          <a:prstGeom prst="straightConnector1">
            <a:avLst/>
          </a:prstGeom>
          <a:noFill/>
          <a:ln cap="flat" cmpd="sng" w="9525">
            <a:solidFill>
              <a:schemeClr val="dk1"/>
            </a:solidFill>
            <a:prstDash val="solid"/>
            <a:miter lim="800000"/>
            <a:headEnd len="sm" w="sm" type="none"/>
            <a:tailEnd len="sm" w="sm" type="none"/>
          </a:ln>
        </p:spPr>
      </p:cxnSp>
      <p:sp>
        <p:nvSpPr>
          <p:cNvPr id="153" name="Google Shape;153;p27"/>
          <p:cNvSpPr/>
          <p:nvPr>
            <p:ph idx="2" type="pic"/>
          </p:nvPr>
        </p:nvSpPr>
        <p:spPr>
          <a:xfrm>
            <a:off x="1890000" y="1299075"/>
            <a:ext cx="5292725" cy="2977200"/>
          </a:xfrm>
          <a:prstGeom prst="rect">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carlet background">
  <p:cSld name="Scarlet background">
    <p:bg>
      <p:bgPr>
        <a:solidFill>
          <a:schemeClr val="dk2"/>
        </a:solidFill>
      </p:bgPr>
    </p:bg>
    <p:spTree>
      <p:nvGrpSpPr>
        <p:cNvPr id="154" name="Shape 154"/>
        <p:cNvGrpSpPr/>
        <p:nvPr/>
      </p:nvGrpSpPr>
      <p:grpSpPr>
        <a:xfrm>
          <a:off x="0" y="0"/>
          <a:ext cx="0" cy="0"/>
          <a:chOff x="0" y="0"/>
          <a:chExt cx="0" cy="0"/>
        </a:xfrm>
      </p:grpSpPr>
      <p:sp>
        <p:nvSpPr>
          <p:cNvPr id="155" name="Google Shape;155;p28"/>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6" name="Google Shape;156;p28"/>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lt1"/>
              </a:buClr>
              <a:buSzPts val="1950"/>
              <a:buNone/>
              <a:defRPr>
                <a:solidFill>
                  <a:schemeClr val="lt1"/>
                </a:solidFill>
              </a:defRPr>
            </a:lvl1pPr>
            <a:lvl2pPr indent="-228600" lvl="1" marL="914400" algn="l">
              <a:lnSpc>
                <a:spcPct val="100000"/>
              </a:lnSpc>
              <a:spcBef>
                <a:spcPts val="0"/>
              </a:spcBef>
              <a:spcAft>
                <a:spcPts val="0"/>
              </a:spcAft>
              <a:buClr>
                <a:schemeClr val="lt1"/>
              </a:buClr>
              <a:buSzPts val="1650"/>
              <a:buNone/>
              <a:defRPr>
                <a:solidFill>
                  <a:schemeClr val="lt1"/>
                </a:solidFill>
              </a:defRPr>
            </a:lvl2pPr>
            <a:lvl3pPr indent="-333375" lvl="2" marL="1371600" algn="l">
              <a:lnSpc>
                <a:spcPct val="100000"/>
              </a:lnSpc>
              <a:spcBef>
                <a:spcPts val="0"/>
              </a:spcBef>
              <a:spcAft>
                <a:spcPts val="0"/>
              </a:spcAft>
              <a:buClr>
                <a:schemeClr val="lt1"/>
              </a:buClr>
              <a:buSzPts val="1650"/>
              <a:buChar char="•"/>
              <a:defRPr>
                <a:solidFill>
                  <a:schemeClr val="lt1"/>
                </a:solidFill>
              </a:defRPr>
            </a:lvl3pPr>
            <a:lvl4pPr indent="-333375" lvl="3" marL="1828800" algn="l">
              <a:lnSpc>
                <a:spcPct val="100000"/>
              </a:lnSpc>
              <a:spcBef>
                <a:spcPts val="0"/>
              </a:spcBef>
              <a:spcAft>
                <a:spcPts val="0"/>
              </a:spcAft>
              <a:buClr>
                <a:schemeClr val="lt1"/>
              </a:buClr>
              <a:buSzPts val="1650"/>
              <a:buChar char="•"/>
              <a:defRPr>
                <a:solidFill>
                  <a:schemeClr val="lt1"/>
                </a:solidFill>
              </a:defRPr>
            </a:lvl4pPr>
            <a:lvl5pPr indent="-333375" lvl="4" marL="2286000" algn="l">
              <a:lnSpc>
                <a:spcPct val="100000"/>
              </a:lnSpc>
              <a:spcBef>
                <a:spcPts val="0"/>
              </a:spcBef>
              <a:spcAft>
                <a:spcPts val="0"/>
              </a:spcAft>
              <a:buClr>
                <a:schemeClr val="lt1"/>
              </a:buClr>
              <a:buSzPts val="1650"/>
              <a:buChar char="•"/>
              <a:defRPr>
                <a:solidFill>
                  <a:schemeClr val="lt1"/>
                </a:solidFill>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57" name="Google Shape;157;p28"/>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58" name="Google Shape;158;p28"/>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9" name="Google Shape;159;p28"/>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 text">
  <p:cSld name="Table + text">
    <p:spTree>
      <p:nvGrpSpPr>
        <p:cNvPr id="160" name="Shape 160"/>
        <p:cNvGrpSpPr/>
        <p:nvPr/>
      </p:nvGrpSpPr>
      <p:grpSpPr>
        <a:xfrm>
          <a:off x="0" y="0"/>
          <a:ext cx="0" cy="0"/>
          <a:chOff x="0" y="0"/>
          <a:chExt cx="0" cy="0"/>
        </a:xfrm>
      </p:grpSpPr>
      <p:sp>
        <p:nvSpPr>
          <p:cNvPr id="161" name="Google Shape;161;p29"/>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2" name="Google Shape;162;p29"/>
          <p:cNvSpPr txBox="1"/>
          <p:nvPr>
            <p:ph idx="1" type="body"/>
          </p:nvPr>
        </p:nvSpPr>
        <p:spPr>
          <a:xfrm>
            <a:off x="755651" y="2638425"/>
            <a:ext cx="7563556" cy="15906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63" name="Google Shape;163;p29"/>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64" name="Google Shape;164;p2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5" name="Google Shape;165;p2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p:cSld name="Chart">
    <p:spTree>
      <p:nvGrpSpPr>
        <p:cNvPr id="166" name="Shape 166"/>
        <p:cNvGrpSpPr/>
        <p:nvPr/>
      </p:nvGrpSpPr>
      <p:grpSpPr>
        <a:xfrm>
          <a:off x="0" y="0"/>
          <a:ext cx="0" cy="0"/>
          <a:chOff x="0" y="0"/>
          <a:chExt cx="0" cy="0"/>
        </a:xfrm>
      </p:grpSpPr>
      <p:sp>
        <p:nvSpPr>
          <p:cNvPr id="167" name="Google Shape;167;p30"/>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8" name="Google Shape;168;p30"/>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169" name="Google Shape;169;p30"/>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0" name="Google Shape;170;p30"/>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
        <p:nvSpPr>
          <p:cNvPr id="171" name="Google Shape;171;p30"/>
          <p:cNvSpPr/>
          <p:nvPr>
            <p:ph idx="2" type="chart"/>
          </p:nvPr>
        </p:nvSpPr>
        <p:spPr>
          <a:xfrm>
            <a:off x="755650" y="1079500"/>
            <a:ext cx="7559675" cy="31496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lvl="5"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lvl="6"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lvl="7"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lvl="8"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1.xml"/><Relationship Id="rId10" Type="http://schemas.openxmlformats.org/officeDocument/2006/relationships/slideLayout" Target="../slideLayouts/slideLayout20.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5" Type="http://schemas.openxmlformats.org/officeDocument/2006/relationships/slideLayout" Target="../slideLayouts/slideLayout25.xml"/><Relationship Id="rId14" Type="http://schemas.openxmlformats.org/officeDocument/2006/relationships/slideLayout" Target="../slideLayouts/slideLayout24.xml"/><Relationship Id="rId17" Type="http://schemas.openxmlformats.org/officeDocument/2006/relationships/slideLayout" Target="../slideLayouts/slideLayout27.xml"/><Relationship Id="rId16" Type="http://schemas.openxmlformats.org/officeDocument/2006/relationships/slideLayout" Target="../slideLayouts/slideLayout26.xml"/><Relationship Id="rId5" Type="http://schemas.openxmlformats.org/officeDocument/2006/relationships/slideLayout" Target="../slideLayouts/slideLayout15.xml"/><Relationship Id="rId19" Type="http://schemas.openxmlformats.org/officeDocument/2006/relationships/theme" Target="../theme/theme2.xml"/><Relationship Id="rId6" Type="http://schemas.openxmlformats.org/officeDocument/2006/relationships/slideLayout" Target="../slideLayouts/slideLayout16.xml"/><Relationship Id="rId18" Type="http://schemas.openxmlformats.org/officeDocument/2006/relationships/slideLayout" Target="../slideLayouts/slideLayout28.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8E8"/>
        </a:solidFill>
      </p:bgPr>
    </p:bg>
    <p:spTree>
      <p:nvGrpSpPr>
        <p:cNvPr id="50" name="Shape 50"/>
        <p:cNvGrpSpPr/>
        <p:nvPr/>
      </p:nvGrpSpPr>
      <p:grpSpPr>
        <a:xfrm>
          <a:off x="0" y="0"/>
          <a:ext cx="0" cy="0"/>
          <a:chOff x="0" y="0"/>
          <a:chExt cx="0" cy="0"/>
        </a:xfrm>
      </p:grpSpPr>
      <p:sp>
        <p:nvSpPr>
          <p:cNvPr id="51" name="Google Shape;51;p1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rtl="0" algn="l">
              <a:spcBef>
                <a:spcPts val="0"/>
              </a:spcBef>
              <a:buNone/>
              <a:defRPr b="0" i="0" sz="1100" u="none" cap="none" strike="noStrike">
                <a:solidFill>
                  <a:schemeClr val="dk1"/>
                </a:solidFill>
                <a:latin typeface="Calibri"/>
                <a:ea typeface="Calibri"/>
                <a:cs typeface="Calibri"/>
                <a:sym typeface="Calibri"/>
              </a:defRPr>
            </a:lvl1pPr>
            <a:lvl2pPr indent="0" lvl="1" marL="0" marR="0" rtl="0" algn="l">
              <a:spcBef>
                <a:spcPts val="0"/>
              </a:spcBef>
              <a:buNone/>
              <a:defRPr b="0" i="0" sz="1100" u="none" cap="none" strike="noStrike">
                <a:solidFill>
                  <a:schemeClr val="dk1"/>
                </a:solidFill>
                <a:latin typeface="Calibri"/>
                <a:ea typeface="Calibri"/>
                <a:cs typeface="Calibri"/>
                <a:sym typeface="Calibri"/>
              </a:defRPr>
            </a:lvl2pPr>
            <a:lvl3pPr indent="0" lvl="2" marL="0" marR="0" rtl="0" algn="l">
              <a:spcBef>
                <a:spcPts val="0"/>
              </a:spcBef>
              <a:buNone/>
              <a:defRPr b="0" i="0" sz="1100" u="none" cap="none" strike="noStrike">
                <a:solidFill>
                  <a:schemeClr val="dk1"/>
                </a:solidFill>
                <a:latin typeface="Calibri"/>
                <a:ea typeface="Calibri"/>
                <a:cs typeface="Calibri"/>
                <a:sym typeface="Calibri"/>
              </a:defRPr>
            </a:lvl3pPr>
            <a:lvl4pPr indent="0" lvl="3" marL="0" marR="0" rtl="0" algn="l">
              <a:spcBef>
                <a:spcPts val="0"/>
              </a:spcBef>
              <a:buNone/>
              <a:defRPr b="0" i="0" sz="1100" u="none" cap="none" strike="noStrike">
                <a:solidFill>
                  <a:schemeClr val="dk1"/>
                </a:solidFill>
                <a:latin typeface="Calibri"/>
                <a:ea typeface="Calibri"/>
                <a:cs typeface="Calibri"/>
                <a:sym typeface="Calibri"/>
              </a:defRPr>
            </a:lvl4pPr>
            <a:lvl5pPr indent="0" lvl="4" marL="0" marR="0" rtl="0" algn="l">
              <a:spcBef>
                <a:spcPts val="0"/>
              </a:spcBef>
              <a:buNone/>
              <a:defRPr b="0" i="0" sz="1100" u="none" cap="none" strike="noStrike">
                <a:solidFill>
                  <a:schemeClr val="dk1"/>
                </a:solidFill>
                <a:latin typeface="Calibri"/>
                <a:ea typeface="Calibri"/>
                <a:cs typeface="Calibri"/>
                <a:sym typeface="Calibri"/>
              </a:defRPr>
            </a:lvl5pPr>
            <a:lvl6pPr indent="0" lvl="5" marL="0" marR="0" rtl="0" algn="l">
              <a:spcBef>
                <a:spcPts val="0"/>
              </a:spcBef>
              <a:buNone/>
              <a:defRPr b="0" i="0" sz="1100" u="none" cap="none" strike="noStrike">
                <a:solidFill>
                  <a:schemeClr val="dk1"/>
                </a:solidFill>
                <a:latin typeface="Calibri"/>
                <a:ea typeface="Calibri"/>
                <a:cs typeface="Calibri"/>
                <a:sym typeface="Calibri"/>
              </a:defRPr>
            </a:lvl6pPr>
            <a:lvl7pPr indent="0" lvl="6" marL="0" marR="0" rtl="0" algn="l">
              <a:spcBef>
                <a:spcPts val="0"/>
              </a:spcBef>
              <a:buNone/>
              <a:defRPr b="0" i="0" sz="1100" u="none" cap="none" strike="noStrike">
                <a:solidFill>
                  <a:schemeClr val="dk1"/>
                </a:solidFill>
                <a:latin typeface="Calibri"/>
                <a:ea typeface="Calibri"/>
                <a:cs typeface="Calibri"/>
                <a:sym typeface="Calibri"/>
              </a:defRPr>
            </a:lvl7pPr>
            <a:lvl8pPr indent="0" lvl="7" marL="0" marR="0" rtl="0" algn="l">
              <a:spcBef>
                <a:spcPts val="0"/>
              </a:spcBef>
              <a:buNone/>
              <a:defRPr b="0" i="0" sz="1100" u="none" cap="none" strike="noStrike">
                <a:solidFill>
                  <a:schemeClr val="dk1"/>
                </a:solidFill>
                <a:latin typeface="Calibri"/>
                <a:ea typeface="Calibri"/>
                <a:cs typeface="Calibri"/>
                <a:sym typeface="Calibri"/>
              </a:defRPr>
            </a:lvl8pPr>
            <a:lvl9pPr indent="0" lvl="8" marL="0" marR="0" rtl="0" algn="l">
              <a:spcBef>
                <a:spcPts val="0"/>
              </a:spcBef>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52" name="Google Shape;52;p13"/>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2700"/>
              <a:buFont typeface="Calibri"/>
              <a:buNone/>
              <a:defRPr b="1" i="0" sz="27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indent="-333375" lvl="2" marL="13716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indent="-333375" lvl="3" marL="18288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indent="-333375" lvl="4" marL="22860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marR="0" rtl="0" algn="l">
              <a:spcBef>
                <a:spcPts val="0"/>
              </a:spcBef>
              <a:spcAft>
                <a:spcPts val="0"/>
              </a:spcAft>
              <a:buSzPts val="1400"/>
              <a:buNone/>
              <a:defRPr b="0" i="0" sz="11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pic>
        <p:nvPicPr>
          <p:cNvPr id="55" name="Google Shape;55;p13"/>
          <p:cNvPicPr preferRelativeResize="0"/>
          <p:nvPr/>
        </p:nvPicPr>
        <p:blipFill rotWithShape="1">
          <a:blip r:embed="rId1">
            <a:alphaModFix/>
          </a:blip>
          <a:srcRect b="0" l="0" r="0" t="0"/>
          <a:stretch/>
        </p:blipFill>
        <p:spPr>
          <a:xfrm>
            <a:off x="8156575" y="4568825"/>
            <a:ext cx="987425" cy="5746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 id="2147483674" r:id="rId17"/>
    <p:sldLayoutId id="2147483675" r:id="rId1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5" name="Shape 175"/>
        <p:cNvGrpSpPr/>
        <p:nvPr/>
      </p:nvGrpSpPr>
      <p:grpSpPr>
        <a:xfrm>
          <a:off x="0" y="0"/>
          <a:ext cx="0" cy="0"/>
          <a:chOff x="0" y="0"/>
          <a:chExt cx="0" cy="0"/>
        </a:xfrm>
      </p:grpSpPr>
      <p:sp>
        <p:nvSpPr>
          <p:cNvPr id="176" name="Google Shape;176;p31"/>
          <p:cNvSpPr txBox="1"/>
          <p:nvPr>
            <p:ph type="ctrTitle"/>
          </p:nvPr>
        </p:nvSpPr>
        <p:spPr>
          <a:xfrm>
            <a:off x="-1" y="1835549"/>
            <a:ext cx="9144000" cy="792000"/>
          </a:xfrm>
          <a:prstGeom prst="rect">
            <a:avLst/>
          </a:prstGeom>
        </p:spPr>
        <p:txBody>
          <a:bodyPr anchorCtr="0" anchor="ctr" bIns="0" lIns="756000" spcFirstLastPara="1" rIns="1962000" wrap="square" tIns="0">
            <a:noAutofit/>
          </a:bodyPr>
          <a:lstStyle/>
          <a:p>
            <a:pPr indent="0" lvl="0" marL="0" rtl="0" algn="l">
              <a:lnSpc>
                <a:spcPct val="150000"/>
              </a:lnSpc>
              <a:spcBef>
                <a:spcPts val="0"/>
              </a:spcBef>
              <a:spcAft>
                <a:spcPts val="0"/>
              </a:spcAft>
              <a:buNone/>
            </a:pPr>
            <a:r>
              <a:rPr lang="en-GB" sz="2700"/>
              <a:t>Supervisor</a:t>
            </a:r>
            <a:r>
              <a:rPr lang="en-GB" sz="2700"/>
              <a:t> meeting, Thursday April 30th </a:t>
            </a:r>
            <a:endParaRPr/>
          </a:p>
        </p:txBody>
      </p:sp>
      <p:sp>
        <p:nvSpPr>
          <p:cNvPr id="177" name="Google Shape;177;p31"/>
          <p:cNvSpPr txBox="1"/>
          <p:nvPr>
            <p:ph idx="2" type="body"/>
          </p:nvPr>
        </p:nvSpPr>
        <p:spPr>
          <a:xfrm>
            <a:off x="0" y="3990975"/>
            <a:ext cx="9144000" cy="576300"/>
          </a:xfrm>
          <a:prstGeom prst="rect">
            <a:avLst/>
          </a:prstGeom>
        </p:spPr>
        <p:txBody>
          <a:bodyPr anchorCtr="0" anchor="ctr" bIns="0" lIns="756000" spcFirstLastPara="1" rIns="0" wrap="square" tIns="0">
            <a:noAutofit/>
          </a:bodyPr>
          <a:lstStyle/>
          <a:p>
            <a:pPr indent="0" lvl="0" marL="0" rtl="0" algn="l">
              <a:spcBef>
                <a:spcPts val="0"/>
              </a:spcBef>
              <a:spcAft>
                <a:spcPts val="0"/>
              </a:spcAft>
              <a:buNone/>
            </a:pPr>
            <a:r>
              <a:t/>
            </a:r>
            <a:endParaRPr/>
          </a:p>
        </p:txBody>
      </p:sp>
      <p:sp>
        <p:nvSpPr>
          <p:cNvPr id="178" name="Google Shape;178;p31"/>
          <p:cNvSpPr txBox="1"/>
          <p:nvPr>
            <p:ph idx="1" type="subTitle"/>
          </p:nvPr>
        </p:nvSpPr>
        <p:spPr>
          <a:xfrm>
            <a:off x="-1" y="2628097"/>
            <a:ext cx="9144000" cy="288000"/>
          </a:xfrm>
          <a:prstGeom prst="rect">
            <a:avLst/>
          </a:prstGeom>
        </p:spPr>
        <p:txBody>
          <a:bodyPr anchorCtr="0" anchor="t" bIns="0" lIns="756000" spcFirstLastPara="1" rIns="1962000" wrap="square" tIns="18000">
            <a:noAutofit/>
          </a:bodyPr>
          <a:lstStyle/>
          <a:p>
            <a:pPr indent="0" lvl="0" marL="0" rtl="0" algn="l">
              <a:spcBef>
                <a:spcPts val="0"/>
              </a:spcBef>
              <a:spcAft>
                <a:spcPts val="0"/>
              </a:spcAft>
              <a:buNone/>
            </a:pPr>
            <a:r>
              <a:t/>
            </a:r>
            <a:endParaRPr/>
          </a:p>
        </p:txBody>
      </p:sp>
      <p:sp>
        <p:nvSpPr>
          <p:cNvPr id="179" name="Google Shape;179;p31"/>
          <p:cNvSpPr txBox="1"/>
          <p:nvPr>
            <p:ph idx="3" type="body"/>
          </p:nvPr>
        </p:nvSpPr>
        <p:spPr>
          <a:xfrm>
            <a:off x="-6667" y="4567237"/>
            <a:ext cx="7347300" cy="576300"/>
          </a:xfrm>
          <a:prstGeom prst="rect">
            <a:avLst/>
          </a:prstGeom>
        </p:spPr>
        <p:txBody>
          <a:bodyPr anchorCtr="0" anchor="ctr" bIns="0" lIns="756000" spcFirstLastPara="1" rIns="0" wrap="square" tIns="0">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32"/>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Progress</a:t>
            </a:r>
            <a:endParaRPr/>
          </a:p>
        </p:txBody>
      </p:sp>
      <p:sp>
        <p:nvSpPr>
          <p:cNvPr id="185" name="Google Shape;185;p32"/>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What was discussed in the previous meeting:</a:t>
            </a:r>
            <a:endParaRPr/>
          </a:p>
          <a:p>
            <a:pPr indent="-352425" lvl="0" marL="457200" rtl="0" algn="l">
              <a:spcBef>
                <a:spcPts val="0"/>
              </a:spcBef>
              <a:spcAft>
                <a:spcPts val="0"/>
              </a:spcAft>
              <a:buSzPts val="1950"/>
              <a:buChar char="-"/>
            </a:pPr>
            <a:r>
              <a:rPr lang="en-GB"/>
              <a:t>‘Make a first version of your pipeline, just make it work’</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What we did so far since previous meeting:</a:t>
            </a:r>
            <a:endParaRPr/>
          </a:p>
          <a:p>
            <a:pPr indent="-352425" lvl="0" marL="457200" rtl="0" algn="l">
              <a:spcBef>
                <a:spcPts val="0"/>
              </a:spcBef>
              <a:spcAft>
                <a:spcPts val="0"/>
              </a:spcAft>
              <a:buSzPts val="1950"/>
              <a:buChar char="-"/>
            </a:pPr>
            <a:r>
              <a:rPr lang="en-GB"/>
              <a:t>Implemented and improved necessary components within the pipeline to have it working (e.g. validation, simulation, reward). Zijian has also set up the RL loop which we can use for our next version.</a:t>
            </a:r>
            <a:endParaRPr/>
          </a:p>
          <a:p>
            <a:pPr indent="-352425" lvl="0" marL="457200" rtl="0" algn="l">
              <a:spcBef>
                <a:spcPts val="0"/>
              </a:spcBef>
              <a:spcAft>
                <a:spcPts val="0"/>
              </a:spcAft>
              <a:buSzPts val="1950"/>
              <a:buChar char="-"/>
            </a:pPr>
            <a:r>
              <a:rPr lang="en-GB"/>
              <a:t>Made agreements on formats to be used between steps</a:t>
            </a:r>
            <a:endParaRPr/>
          </a:p>
          <a:p>
            <a:pPr indent="-352425" lvl="0" marL="457200" rtl="0" algn="l">
              <a:spcBef>
                <a:spcPts val="0"/>
              </a:spcBef>
              <a:spcAft>
                <a:spcPts val="0"/>
              </a:spcAft>
              <a:buSzPts val="1950"/>
              <a:buChar char="-"/>
            </a:pPr>
            <a:r>
              <a:rPr lang="en-GB"/>
              <a:t>Tested the pipeline</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Results?:</a:t>
            </a:r>
            <a:endParaRPr/>
          </a:p>
          <a:p>
            <a:pPr indent="-352425" lvl="0" marL="457200" rtl="0" algn="l">
              <a:spcBef>
                <a:spcPts val="0"/>
              </a:spcBef>
              <a:spcAft>
                <a:spcPts val="0"/>
              </a:spcAft>
              <a:buSzPts val="1950"/>
              <a:buChar char="-"/>
            </a:pPr>
            <a:r>
              <a:rPr lang="en-GB"/>
              <a:t>First version = </a:t>
            </a:r>
            <a:r>
              <a:rPr lang="en-GB"/>
              <a:t>successful!</a:t>
            </a:r>
            <a:endParaRPr/>
          </a:p>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3"/>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First version overview</a:t>
            </a:r>
            <a:endParaRPr/>
          </a:p>
        </p:txBody>
      </p:sp>
      <p:sp>
        <p:nvSpPr>
          <p:cNvPr id="191" name="Google Shape;191;p33"/>
          <p:cNvSpPr/>
          <p:nvPr/>
        </p:nvSpPr>
        <p:spPr>
          <a:xfrm>
            <a:off x="758825" y="1263325"/>
            <a:ext cx="1983900" cy="1232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lt1"/>
                </a:solidFill>
                <a:latin typeface="Calibri"/>
                <a:ea typeface="Calibri"/>
                <a:cs typeface="Calibri"/>
                <a:sym typeface="Calibri"/>
              </a:rPr>
              <a:t>Arbitrary LLM receives system prompt and generates batch of netlists</a:t>
            </a:r>
            <a:endParaRPr>
              <a:solidFill>
                <a:schemeClr val="lt1"/>
              </a:solidFill>
              <a:latin typeface="Calibri"/>
              <a:ea typeface="Calibri"/>
              <a:cs typeface="Calibri"/>
              <a:sym typeface="Calibri"/>
            </a:endParaRPr>
          </a:p>
        </p:txBody>
      </p:sp>
      <p:sp>
        <p:nvSpPr>
          <p:cNvPr id="192" name="Google Shape;192;p33"/>
          <p:cNvSpPr/>
          <p:nvPr/>
        </p:nvSpPr>
        <p:spPr>
          <a:xfrm>
            <a:off x="3505850" y="1263325"/>
            <a:ext cx="1983900" cy="1232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lt1"/>
                </a:solidFill>
                <a:latin typeface="Calibri"/>
                <a:ea typeface="Calibri"/>
                <a:cs typeface="Calibri"/>
                <a:sym typeface="Calibri"/>
              </a:rPr>
              <a:t>Validation algorithm goes over each topology using a checklist</a:t>
            </a:r>
            <a:endParaRPr>
              <a:solidFill>
                <a:schemeClr val="lt1"/>
              </a:solidFill>
              <a:latin typeface="Calibri"/>
              <a:ea typeface="Calibri"/>
              <a:cs typeface="Calibri"/>
              <a:sym typeface="Calibri"/>
            </a:endParaRPr>
          </a:p>
        </p:txBody>
      </p:sp>
      <p:sp>
        <p:nvSpPr>
          <p:cNvPr id="193" name="Google Shape;193;p33"/>
          <p:cNvSpPr/>
          <p:nvPr/>
        </p:nvSpPr>
        <p:spPr>
          <a:xfrm>
            <a:off x="6252875" y="1263325"/>
            <a:ext cx="1983900" cy="1232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lt1"/>
                </a:solidFill>
                <a:latin typeface="Calibri"/>
                <a:ea typeface="Calibri"/>
                <a:cs typeface="Calibri"/>
                <a:sym typeface="Calibri"/>
              </a:rPr>
              <a:t>Valid topologies are considered for simulation, necessary metrics are extracted from the simulation results.</a:t>
            </a:r>
            <a:endParaRPr>
              <a:solidFill>
                <a:schemeClr val="lt1"/>
              </a:solidFill>
              <a:latin typeface="Calibri"/>
              <a:ea typeface="Calibri"/>
              <a:cs typeface="Calibri"/>
              <a:sym typeface="Calibri"/>
            </a:endParaRPr>
          </a:p>
        </p:txBody>
      </p:sp>
      <p:sp>
        <p:nvSpPr>
          <p:cNvPr id="194" name="Google Shape;194;p33"/>
          <p:cNvSpPr/>
          <p:nvPr/>
        </p:nvSpPr>
        <p:spPr>
          <a:xfrm>
            <a:off x="4843200" y="3323450"/>
            <a:ext cx="1983900" cy="1232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lt1"/>
                </a:solidFill>
                <a:latin typeface="Calibri"/>
                <a:ea typeface="Calibri"/>
                <a:cs typeface="Calibri"/>
                <a:sym typeface="Calibri"/>
              </a:rPr>
              <a:t>Extracted metrics are used to measure fitness score in reward function</a:t>
            </a:r>
            <a:endParaRPr>
              <a:solidFill>
                <a:schemeClr val="lt1"/>
              </a:solidFill>
              <a:latin typeface="Calibri"/>
              <a:ea typeface="Calibri"/>
              <a:cs typeface="Calibri"/>
              <a:sym typeface="Calibri"/>
            </a:endParaRPr>
          </a:p>
        </p:txBody>
      </p:sp>
      <p:sp>
        <p:nvSpPr>
          <p:cNvPr id="195" name="Google Shape;195;p33"/>
          <p:cNvSpPr/>
          <p:nvPr/>
        </p:nvSpPr>
        <p:spPr>
          <a:xfrm>
            <a:off x="1909525" y="3323450"/>
            <a:ext cx="1983900" cy="1232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GB">
                <a:solidFill>
                  <a:schemeClr val="lt1"/>
                </a:solidFill>
                <a:latin typeface="Calibri"/>
                <a:ea typeface="Calibri"/>
                <a:cs typeface="Calibri"/>
                <a:sym typeface="Calibri"/>
              </a:rPr>
              <a:t>Generated topologies can be visualized</a:t>
            </a:r>
            <a:endParaRPr>
              <a:solidFill>
                <a:schemeClr val="lt1"/>
              </a:solidFill>
              <a:latin typeface="Calibri"/>
              <a:ea typeface="Calibri"/>
              <a:cs typeface="Calibri"/>
              <a:sym typeface="Calibri"/>
            </a:endParaRPr>
          </a:p>
        </p:txBody>
      </p:sp>
      <p:sp>
        <p:nvSpPr>
          <p:cNvPr id="196" name="Google Shape;196;p33"/>
          <p:cNvSpPr/>
          <p:nvPr/>
        </p:nvSpPr>
        <p:spPr>
          <a:xfrm>
            <a:off x="2775300" y="1655175"/>
            <a:ext cx="730500" cy="383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197" name="Google Shape;197;p33"/>
          <p:cNvSpPr/>
          <p:nvPr/>
        </p:nvSpPr>
        <p:spPr>
          <a:xfrm>
            <a:off x="5522375" y="1687825"/>
            <a:ext cx="730500" cy="383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198" name="Google Shape;198;p33"/>
          <p:cNvSpPr/>
          <p:nvPr/>
        </p:nvSpPr>
        <p:spPr>
          <a:xfrm rot="6448063">
            <a:off x="6228370" y="2710230"/>
            <a:ext cx="730590" cy="383702"/>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199" name="Google Shape;199;p33"/>
          <p:cNvSpPr/>
          <p:nvPr/>
        </p:nvSpPr>
        <p:spPr>
          <a:xfrm rot="10800000">
            <a:off x="4003073" y="3695382"/>
            <a:ext cx="730500" cy="383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Calibri"/>
              <a:ea typeface="Calibri"/>
              <a:cs typeface="Calibri"/>
              <a:sym typeface="Calibri"/>
            </a:endParaRPr>
          </a:p>
        </p:txBody>
      </p:sp>
      <p:sp>
        <p:nvSpPr>
          <p:cNvPr id="200" name="Google Shape;200;p33"/>
          <p:cNvSpPr txBox="1"/>
          <p:nvPr/>
        </p:nvSpPr>
        <p:spPr>
          <a:xfrm>
            <a:off x="6726825" y="2713538"/>
            <a:ext cx="2278500" cy="39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350">
                <a:solidFill>
                  <a:schemeClr val="dk1"/>
                </a:solidFill>
                <a:latin typeface="Calibri"/>
                <a:ea typeface="Calibri"/>
                <a:cs typeface="Calibri"/>
                <a:sym typeface="Calibri"/>
              </a:rPr>
              <a:t>simulation_results.csv</a:t>
            </a:r>
            <a:endParaRPr sz="1350">
              <a:solidFill>
                <a:schemeClr val="dk1"/>
              </a:solidFill>
              <a:latin typeface="Calibri"/>
              <a:ea typeface="Calibri"/>
              <a:cs typeface="Calibri"/>
              <a:sym typeface="Calibri"/>
            </a:endParaRPr>
          </a:p>
        </p:txBody>
      </p:sp>
      <p:sp>
        <p:nvSpPr>
          <p:cNvPr id="201" name="Google Shape;201;p33"/>
          <p:cNvSpPr txBox="1"/>
          <p:nvPr/>
        </p:nvSpPr>
        <p:spPr>
          <a:xfrm>
            <a:off x="5017800" y="792213"/>
            <a:ext cx="2278500" cy="39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350">
                <a:solidFill>
                  <a:schemeClr val="dk1"/>
                </a:solidFill>
                <a:latin typeface="Calibri"/>
                <a:ea typeface="Calibri"/>
                <a:cs typeface="Calibri"/>
                <a:sym typeface="Calibri"/>
              </a:rPr>
              <a:t>validation_results</a:t>
            </a:r>
            <a:r>
              <a:rPr lang="en-GB" sz="1350">
                <a:solidFill>
                  <a:schemeClr val="dk1"/>
                </a:solidFill>
                <a:latin typeface="Calibri"/>
                <a:ea typeface="Calibri"/>
                <a:cs typeface="Calibri"/>
                <a:sym typeface="Calibri"/>
              </a:rPr>
              <a:t>.csv</a:t>
            </a:r>
            <a:endParaRPr sz="1350">
              <a:solidFill>
                <a:schemeClr val="dk1"/>
              </a:solidFill>
              <a:latin typeface="Calibri"/>
              <a:ea typeface="Calibri"/>
              <a:cs typeface="Calibri"/>
              <a:sym typeface="Calibri"/>
            </a:endParaRPr>
          </a:p>
        </p:txBody>
      </p:sp>
      <p:sp>
        <p:nvSpPr>
          <p:cNvPr id="202" name="Google Shape;202;p33"/>
          <p:cNvSpPr txBox="1"/>
          <p:nvPr/>
        </p:nvSpPr>
        <p:spPr>
          <a:xfrm>
            <a:off x="2084100" y="870913"/>
            <a:ext cx="2278500" cy="39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350">
                <a:solidFill>
                  <a:schemeClr val="dk1"/>
                </a:solidFill>
                <a:latin typeface="Calibri"/>
                <a:ea typeface="Calibri"/>
                <a:cs typeface="Calibri"/>
                <a:sym typeface="Calibri"/>
              </a:rPr>
              <a:t>batch_id/LLM_output/*.net</a:t>
            </a:r>
            <a:endParaRPr sz="1350">
              <a:solidFill>
                <a:schemeClr val="dk1"/>
              </a:solidFill>
              <a:latin typeface="Calibri"/>
              <a:ea typeface="Calibri"/>
              <a:cs typeface="Calibri"/>
              <a:sym typeface="Calibri"/>
            </a:endParaRPr>
          </a:p>
        </p:txBody>
      </p:sp>
      <p:sp>
        <p:nvSpPr>
          <p:cNvPr id="203" name="Google Shape;203;p33"/>
          <p:cNvSpPr txBox="1"/>
          <p:nvPr/>
        </p:nvSpPr>
        <p:spPr>
          <a:xfrm>
            <a:off x="3229075" y="2899500"/>
            <a:ext cx="1538400" cy="39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350">
                <a:solidFill>
                  <a:schemeClr val="dk1"/>
                </a:solidFill>
                <a:latin typeface="Calibri"/>
                <a:ea typeface="Calibri"/>
                <a:cs typeface="Calibri"/>
                <a:sym typeface="Calibri"/>
              </a:rPr>
              <a:t>reward</a:t>
            </a:r>
            <a:r>
              <a:rPr lang="en-GB" sz="1350">
                <a:solidFill>
                  <a:schemeClr val="dk1"/>
                </a:solidFill>
                <a:latin typeface="Calibri"/>
                <a:ea typeface="Calibri"/>
                <a:cs typeface="Calibri"/>
                <a:sym typeface="Calibri"/>
              </a:rPr>
              <a:t>_results.csv</a:t>
            </a:r>
            <a:endParaRPr sz="135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System prompt</a:t>
            </a:r>
            <a:endParaRPr/>
          </a:p>
        </p:txBody>
      </p:sp>
      <p:sp>
        <p:nvSpPr>
          <p:cNvPr id="209" name="Google Shape;209;p34"/>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1 section and 2 preliminary sections: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NAMING RULES: (fixed, explains the task and the naming rules to follow to the AI and what to generate, will be temporary as invalid checks will help update weights)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CONSTRAINT: (presents </a:t>
            </a:r>
            <a:r>
              <a:rPr lang="en-GB"/>
              <a:t>the</a:t>
            </a:r>
            <a:r>
              <a:rPr lang="en-GB"/>
              <a:t> constraint set)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REWARD: (RL-loopless 	approach, paste reward results below after 1st iteration to request improvement)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5"/>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Validation Algorithm</a:t>
            </a:r>
            <a:endParaRPr/>
          </a:p>
        </p:txBody>
      </p:sp>
      <p:sp>
        <p:nvSpPr>
          <p:cNvPr id="215" name="Google Shape;215;p35"/>
          <p:cNvSpPr txBox="1"/>
          <p:nvPr>
            <p:ph idx="1" type="body"/>
          </p:nvPr>
        </p:nvSpPr>
        <p:spPr>
          <a:xfrm>
            <a:off x="758824" y="1020892"/>
            <a:ext cx="7556400" cy="2922600"/>
          </a:xfrm>
          <a:prstGeom prst="rect">
            <a:avLst/>
          </a:prstGeom>
        </p:spPr>
        <p:txBody>
          <a:bodyPr anchorCtr="0" anchor="t" bIns="0" lIns="0" spcFirstLastPara="1" rIns="0" wrap="square" tIns="0">
            <a:noAutofit/>
          </a:bodyPr>
          <a:lstStyle/>
          <a:p>
            <a:pPr indent="-298450" lvl="0" marL="457200" rtl="0" algn="l">
              <a:lnSpc>
                <a:spcPct val="115000"/>
              </a:lnSpc>
              <a:spcBef>
                <a:spcPts val="1200"/>
              </a:spcBef>
              <a:spcAft>
                <a:spcPts val="0"/>
              </a:spcAft>
              <a:buSzPts val="1100"/>
              <a:buChar char="●"/>
            </a:pPr>
            <a:r>
              <a:rPr lang="en-GB"/>
              <a:t>Netlist syntax</a:t>
            </a:r>
            <a:endParaRPr/>
          </a:p>
          <a:p>
            <a:pPr indent="-298450" lvl="0" marL="457200" rtl="0" algn="l">
              <a:lnSpc>
                <a:spcPct val="115000"/>
              </a:lnSpc>
              <a:spcBef>
                <a:spcPts val="0"/>
              </a:spcBef>
              <a:spcAft>
                <a:spcPts val="0"/>
              </a:spcAft>
              <a:buSzPts val="1100"/>
              <a:buChar char="●"/>
            </a:pPr>
            <a:r>
              <a:rPr lang="en-GB"/>
              <a:t>Ground reference</a:t>
            </a:r>
            <a:endParaRPr/>
          </a:p>
          <a:p>
            <a:pPr indent="-298450" lvl="0" marL="457200" rtl="0" algn="l">
              <a:lnSpc>
                <a:spcPct val="115000"/>
              </a:lnSpc>
              <a:spcBef>
                <a:spcPts val="0"/>
              </a:spcBef>
              <a:spcAft>
                <a:spcPts val="0"/>
              </a:spcAft>
              <a:buSzPts val="1100"/>
              <a:buChar char="●"/>
            </a:pPr>
            <a:r>
              <a:rPr lang="en-GB"/>
              <a:t>Power supply</a:t>
            </a:r>
            <a:endParaRPr/>
          </a:p>
          <a:p>
            <a:pPr indent="-298450" lvl="0" marL="457200" rtl="0" algn="l">
              <a:lnSpc>
                <a:spcPct val="115000"/>
              </a:lnSpc>
              <a:spcBef>
                <a:spcPts val="0"/>
              </a:spcBef>
              <a:spcAft>
                <a:spcPts val="0"/>
              </a:spcAft>
              <a:buSzPts val="1100"/>
              <a:buChar char="●"/>
            </a:pPr>
            <a:r>
              <a:rPr lang="en-GB"/>
              <a:t>Naming conventions</a:t>
            </a:r>
            <a:endParaRPr/>
          </a:p>
          <a:p>
            <a:pPr indent="-298450" lvl="0" marL="457200" rtl="0" algn="l">
              <a:lnSpc>
                <a:spcPct val="115000"/>
              </a:lnSpc>
              <a:spcBef>
                <a:spcPts val="0"/>
              </a:spcBef>
              <a:spcAft>
                <a:spcPts val="0"/>
              </a:spcAft>
              <a:buSzPts val="1100"/>
              <a:buChar char="●"/>
            </a:pPr>
            <a:r>
              <a:rPr lang="en-GB"/>
              <a:t>Invalid components</a:t>
            </a:r>
            <a:endParaRPr/>
          </a:p>
          <a:p>
            <a:pPr indent="-298450" lvl="0" marL="457200" rtl="0" algn="l">
              <a:lnSpc>
                <a:spcPct val="115000"/>
              </a:lnSpc>
              <a:spcBef>
                <a:spcPts val="0"/>
              </a:spcBef>
              <a:spcAft>
                <a:spcPts val="0"/>
              </a:spcAft>
              <a:buSzPts val="1100"/>
              <a:buChar char="●"/>
            </a:pPr>
            <a:r>
              <a:rPr lang="en-GB"/>
              <a:t>Duplicate references</a:t>
            </a:r>
            <a:endParaRPr/>
          </a:p>
          <a:p>
            <a:pPr indent="-298450" lvl="0" marL="457200" rtl="0" algn="l">
              <a:lnSpc>
                <a:spcPct val="115000"/>
              </a:lnSpc>
              <a:spcBef>
                <a:spcPts val="0"/>
              </a:spcBef>
              <a:spcAft>
                <a:spcPts val="0"/>
              </a:spcAft>
              <a:buSzPts val="1100"/>
              <a:buChar char="●"/>
            </a:pPr>
            <a:r>
              <a:rPr lang="en-GB"/>
              <a:t>Component values</a:t>
            </a:r>
            <a:endParaRPr/>
          </a:p>
          <a:p>
            <a:pPr indent="-298450" lvl="0" marL="457200" rtl="0" algn="l">
              <a:lnSpc>
                <a:spcPct val="115000"/>
              </a:lnSpc>
              <a:spcBef>
                <a:spcPts val="0"/>
              </a:spcBef>
              <a:spcAft>
                <a:spcPts val="0"/>
              </a:spcAft>
              <a:buSzPts val="1100"/>
              <a:buChar char="●"/>
            </a:pPr>
            <a:r>
              <a:rPr lang="en-GB"/>
              <a:t>MOSFET bulk connection</a:t>
            </a:r>
            <a:endParaRPr/>
          </a:p>
          <a:p>
            <a:pPr indent="-298450" lvl="0" marL="457200" rtl="0" algn="l">
              <a:lnSpc>
                <a:spcPct val="115000"/>
              </a:lnSpc>
              <a:spcBef>
                <a:spcPts val="0"/>
              </a:spcBef>
              <a:spcAft>
                <a:spcPts val="0"/>
              </a:spcAft>
              <a:buSzPts val="1100"/>
              <a:buChar char="●"/>
            </a:pPr>
            <a:r>
              <a:rPr lang="en-GB"/>
              <a:t>Model declarations</a:t>
            </a:r>
            <a:endParaRPr/>
          </a:p>
        </p:txBody>
      </p:sp>
      <p:sp>
        <p:nvSpPr>
          <p:cNvPr id="216" name="Google Shape;216;p35"/>
          <p:cNvSpPr txBox="1"/>
          <p:nvPr/>
        </p:nvSpPr>
        <p:spPr>
          <a:xfrm>
            <a:off x="4005950" y="0"/>
            <a:ext cx="7072500" cy="5471100"/>
          </a:xfrm>
          <a:prstGeom prst="rect">
            <a:avLst/>
          </a:prstGeom>
          <a:noFill/>
          <a:ln>
            <a:noFill/>
          </a:ln>
        </p:spPr>
        <p:txBody>
          <a:bodyPr anchorCtr="0" anchor="t" bIns="91425" lIns="91425" spcFirstLastPara="1" rIns="91425" wrap="square" tIns="91425">
            <a:spAutoFit/>
          </a:bodyPr>
          <a:lstStyle/>
          <a:p>
            <a:pPr indent="-298450" lvl="0" marL="457200" rtl="0" algn="l">
              <a:lnSpc>
                <a:spcPct val="115000"/>
              </a:lnSpc>
              <a:spcBef>
                <a:spcPts val="1200"/>
              </a:spcBef>
              <a:spcAft>
                <a:spcPts val="0"/>
              </a:spcAft>
              <a:buClr>
                <a:schemeClr val="dk1"/>
              </a:buClr>
              <a:buSzPts val="1100"/>
              <a:buChar char="●"/>
            </a:pPr>
            <a:r>
              <a:rPr lang="en-GB" sz="1950">
                <a:solidFill>
                  <a:schemeClr val="dk1"/>
                </a:solidFill>
                <a:latin typeface="Calibri"/>
                <a:ea typeface="Calibri"/>
                <a:cs typeface="Calibri"/>
                <a:sym typeface="Calibri"/>
              </a:rPr>
              <a:t>Simulation parameters</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Gate drive present</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Gate per MOSFET</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Connected graph</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Floating nodes</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Capacitor-inductor loops</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Current path</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Short: same node</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Short: zero resistor</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Short: zero voltage source</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Singular voltage-capacitor loop</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Short: input to GND</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KVL voltage loop</a:t>
            </a:r>
            <a:endParaRPr sz="1950">
              <a:solidFill>
                <a:schemeClr val="dk1"/>
              </a:solidFill>
              <a:latin typeface="Calibri"/>
              <a:ea typeface="Calibri"/>
              <a:cs typeface="Calibri"/>
              <a:sym typeface="Calibri"/>
            </a:endParaRPr>
          </a:p>
          <a:p>
            <a:pPr indent="-298450" lvl="0" marL="457200" rtl="0" algn="l">
              <a:lnSpc>
                <a:spcPct val="115000"/>
              </a:lnSpc>
              <a:spcBef>
                <a:spcPts val="0"/>
              </a:spcBef>
              <a:spcAft>
                <a:spcPts val="0"/>
              </a:spcAft>
              <a:buClr>
                <a:schemeClr val="dk1"/>
              </a:buClr>
              <a:buSzPts val="1100"/>
              <a:buChar char="●"/>
            </a:pPr>
            <a:r>
              <a:rPr lang="en-GB" sz="1950">
                <a:solidFill>
                  <a:schemeClr val="dk1"/>
                </a:solidFill>
                <a:latin typeface="Calibri"/>
                <a:ea typeface="Calibri"/>
                <a:cs typeface="Calibri"/>
                <a:sym typeface="Calibri"/>
              </a:rPr>
              <a:t>Singular capacitor loop</a:t>
            </a:r>
            <a:endParaRPr sz="1950">
              <a:solidFill>
                <a:schemeClr val="dk1"/>
              </a:solidFill>
              <a:latin typeface="Calibri"/>
              <a:ea typeface="Calibri"/>
              <a:cs typeface="Calibri"/>
              <a:sym typeface="Calibri"/>
            </a:endParaRPr>
          </a:p>
          <a:p>
            <a:pPr indent="0" lvl="0" marL="0" rtl="0" algn="l">
              <a:spcBef>
                <a:spcPts val="1200"/>
              </a:spcBef>
              <a:spcAft>
                <a:spcPts val="0"/>
              </a:spcAft>
              <a:buNone/>
            </a:pPr>
            <a:r>
              <a:t/>
            </a:r>
            <a:endParaRPr sz="195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LLM output </a:t>
            </a:r>
            <a:endParaRPr/>
          </a:p>
        </p:txBody>
      </p:sp>
      <p:sp>
        <p:nvSpPr>
          <p:cNvPr id="222" name="Google Shape;222;p36"/>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We make use of a data folder, within this data folder, you have folders dedicated to each batch. </a:t>
            </a:r>
            <a:endParaRPr/>
          </a:p>
          <a:p>
            <a:pPr indent="-352425" lvl="0" marL="457200" rtl="0" algn="l">
              <a:spcBef>
                <a:spcPts val="0"/>
              </a:spcBef>
              <a:spcAft>
                <a:spcPts val="0"/>
              </a:spcAft>
              <a:buSzPts val="1950"/>
              <a:buChar char="-"/>
            </a:pPr>
            <a:r>
              <a:rPr lang="en-GB"/>
              <a:t>Within the batch folder (i.e. batch2/), the code created a llm_output/ folder and writes all netlists here.</a:t>
            </a:r>
            <a:endParaRPr/>
          </a:p>
          <a:p>
            <a:pPr indent="-352425" lvl="0" marL="457200" rtl="0" algn="l">
              <a:spcBef>
                <a:spcPts val="0"/>
              </a:spcBef>
              <a:spcAft>
                <a:spcPts val="0"/>
              </a:spcAft>
              <a:buSzPts val="1950"/>
              <a:buChar char="-"/>
            </a:pPr>
            <a:r>
              <a:rPr lang="en-GB"/>
              <a:t>The validation algorithm accesses </a:t>
            </a:r>
            <a:r>
              <a:rPr lang="en-GB"/>
              <a:t>this folder.</a:t>
            </a:r>
            <a:endParaRPr/>
          </a:p>
        </p:txBody>
      </p:sp>
      <p:pic>
        <p:nvPicPr>
          <p:cNvPr id="223" name="Google Shape;223;p36"/>
          <p:cNvPicPr preferRelativeResize="0"/>
          <p:nvPr/>
        </p:nvPicPr>
        <p:blipFill>
          <a:blip r:embed="rId3">
            <a:alphaModFix/>
          </a:blip>
          <a:stretch>
            <a:fillRect/>
          </a:stretch>
        </p:blipFill>
        <p:spPr>
          <a:xfrm>
            <a:off x="3108275" y="3115213"/>
            <a:ext cx="2857500" cy="13049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Validation output format</a:t>
            </a:r>
            <a:endParaRPr/>
          </a:p>
        </p:txBody>
      </p:sp>
      <p:sp>
        <p:nvSpPr>
          <p:cNvPr id="229" name="Google Shape;229;p37"/>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Circuits array</a:t>
            </a:r>
            <a:endParaRPr/>
          </a:p>
          <a:p>
            <a:pPr indent="-342900" lvl="1" marL="914400" rtl="0" algn="l">
              <a:spcBef>
                <a:spcPts val="0"/>
              </a:spcBef>
              <a:spcAft>
                <a:spcPts val="0"/>
              </a:spcAft>
              <a:buSzPts val="1800"/>
              <a:buChar char="-"/>
            </a:pPr>
            <a:r>
              <a:rPr lang="en-GB"/>
              <a:t>For each topology</a:t>
            </a:r>
            <a:endParaRPr/>
          </a:p>
          <a:p>
            <a:pPr indent="-342900" lvl="2" marL="1371600" rtl="0" algn="l">
              <a:spcBef>
                <a:spcPts val="0"/>
              </a:spcBef>
              <a:spcAft>
                <a:spcPts val="0"/>
              </a:spcAft>
              <a:buSzPts val="1800"/>
              <a:buChar char="-"/>
            </a:pPr>
            <a:r>
              <a:rPr lang="en-GB"/>
              <a:t>Checks = true/false</a:t>
            </a:r>
            <a:endParaRPr/>
          </a:p>
          <a:p>
            <a:pPr indent="-342900" lvl="2" marL="1371600" rtl="0" algn="l">
              <a:spcBef>
                <a:spcPts val="0"/>
              </a:spcBef>
              <a:spcAft>
                <a:spcPts val="0"/>
              </a:spcAft>
              <a:buSzPts val="1800"/>
              <a:buChar char="-"/>
            </a:pPr>
            <a:r>
              <a:rPr lang="en-GB"/>
              <a:t>Passed = if any false = false else true</a:t>
            </a:r>
            <a:endParaRPr/>
          </a:p>
          <a:p>
            <a:pPr indent="-352425" lvl="0" marL="457200" rtl="0" algn="l">
              <a:spcBef>
                <a:spcPts val="0"/>
              </a:spcBef>
              <a:spcAft>
                <a:spcPts val="0"/>
              </a:spcAft>
              <a:buSzPts val="1950"/>
              <a:buChar char="-"/>
            </a:pPr>
            <a:r>
              <a:rPr lang="en-GB"/>
              <a:t>Simulation code uses this output to filter</a:t>
            </a:r>
            <a:endParaRPr/>
          </a:p>
          <a:p>
            <a:pPr indent="0" lvl="0" marL="457200" rtl="0" algn="l">
              <a:spcBef>
                <a:spcPts val="0"/>
              </a:spcBef>
              <a:spcAft>
                <a:spcPts val="0"/>
              </a:spcAft>
              <a:buNone/>
            </a:pPr>
            <a:r>
              <a:rPr lang="en-GB"/>
              <a:t>on topologies that have passed all checks</a:t>
            </a:r>
            <a:endParaRPr/>
          </a:p>
          <a:p>
            <a:pPr indent="0" lvl="0" marL="457200" rtl="0" algn="l">
              <a:spcBef>
                <a:spcPts val="0"/>
              </a:spcBef>
              <a:spcAft>
                <a:spcPts val="0"/>
              </a:spcAft>
              <a:buNone/>
            </a:pPr>
            <a:r>
              <a:t/>
            </a:r>
            <a:endParaRPr/>
          </a:p>
        </p:txBody>
      </p:sp>
      <p:pic>
        <p:nvPicPr>
          <p:cNvPr id="230" name="Google Shape;230;p37"/>
          <p:cNvPicPr preferRelativeResize="0"/>
          <p:nvPr/>
        </p:nvPicPr>
        <p:blipFill>
          <a:blip r:embed="rId3">
            <a:alphaModFix/>
          </a:blip>
          <a:stretch>
            <a:fillRect/>
          </a:stretch>
        </p:blipFill>
        <p:spPr>
          <a:xfrm>
            <a:off x="5629626" y="0"/>
            <a:ext cx="3178800" cy="51434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Simulation output format</a:t>
            </a:r>
            <a:endParaRPr/>
          </a:p>
        </p:txBody>
      </p:sp>
      <p:sp>
        <p:nvSpPr>
          <p:cNvPr id="236" name="Google Shape;236;p38"/>
          <p:cNvSpPr txBox="1"/>
          <p:nvPr>
            <p:ph idx="1" type="body"/>
          </p:nvPr>
        </p:nvSpPr>
        <p:spPr>
          <a:xfrm>
            <a:off x="496200" y="1147900"/>
            <a:ext cx="8151600" cy="1484400"/>
          </a:xfrm>
          <a:prstGeom prst="rect">
            <a:avLst/>
          </a:prstGeom>
        </p:spPr>
        <p:txBody>
          <a:bodyPr anchorCtr="0" anchor="t" bIns="0" lIns="0" spcFirstLastPara="1" rIns="0" wrap="square" tIns="0">
            <a:noAutofit/>
          </a:bodyPr>
          <a:lstStyle/>
          <a:p>
            <a:pPr indent="-352425" lvl="0" marL="457200" rtl="0" algn="l">
              <a:spcBef>
                <a:spcPts val="0"/>
              </a:spcBef>
              <a:spcAft>
                <a:spcPts val="0"/>
              </a:spcAft>
              <a:buSzPts val="1950"/>
              <a:buChar char="-"/>
            </a:pPr>
            <a:r>
              <a:rPr lang="en-GB"/>
              <a:t>.csv with simulation results of valid topologies</a:t>
            </a:r>
            <a:endParaRPr/>
          </a:p>
          <a:p>
            <a:pPr indent="-352425" lvl="0" marL="457200" rtl="0" algn="l">
              <a:spcBef>
                <a:spcPts val="0"/>
              </a:spcBef>
              <a:spcAft>
                <a:spcPts val="0"/>
              </a:spcAft>
              <a:buSzPts val="1950"/>
              <a:buChar char="-"/>
            </a:pPr>
            <a:r>
              <a:rPr lang="en-GB"/>
              <a:t>Each row is identified by first 2 columns: source_file (topology name) + step</a:t>
            </a:r>
            <a:endParaRPr/>
          </a:p>
          <a:p>
            <a:pPr indent="-352425" lvl="0" marL="457200" rtl="0" algn="l">
              <a:spcBef>
                <a:spcPts val="0"/>
              </a:spcBef>
              <a:spcAft>
                <a:spcPts val="0"/>
              </a:spcAft>
              <a:buSzPts val="1950"/>
              <a:buChar char="-"/>
            </a:pPr>
            <a:r>
              <a:rPr lang="en-GB"/>
              <a:t>e</a:t>
            </a:r>
            <a:r>
              <a:rPr lang="en-GB"/>
              <a:t>.g.	</a:t>
            </a:r>
            <a:endParaRPr/>
          </a:p>
          <a:p>
            <a:pPr indent="-342900" lvl="1" marL="914400" rtl="0" algn="l">
              <a:spcBef>
                <a:spcPts val="0"/>
              </a:spcBef>
              <a:spcAft>
                <a:spcPts val="0"/>
              </a:spcAft>
              <a:buSzPts val="1800"/>
              <a:buChar char="-"/>
            </a:pPr>
            <a:r>
              <a:rPr lang="en-GB"/>
              <a:t>Top1, 0</a:t>
            </a:r>
            <a:endParaRPr/>
          </a:p>
          <a:p>
            <a:pPr indent="-342900" lvl="1" marL="914400" rtl="0" algn="l">
              <a:spcBef>
                <a:spcPts val="0"/>
              </a:spcBef>
              <a:spcAft>
                <a:spcPts val="0"/>
              </a:spcAft>
              <a:buSzPts val="1800"/>
              <a:buChar char="-"/>
            </a:pPr>
            <a:r>
              <a:rPr lang="en-GB"/>
              <a:t>Top1, 1 </a:t>
            </a:r>
            <a:endParaRPr/>
          </a:p>
          <a:p>
            <a:pPr indent="-342900" lvl="1" marL="914400" rtl="0" algn="l">
              <a:spcBef>
                <a:spcPts val="0"/>
              </a:spcBef>
              <a:spcAft>
                <a:spcPts val="0"/>
              </a:spcAft>
              <a:buSzPts val="1800"/>
              <a:buChar char="-"/>
            </a:pPr>
            <a:r>
              <a:rPr lang="en-GB"/>
              <a:t>Top2, 0</a:t>
            </a:r>
            <a:endParaRPr/>
          </a:p>
          <a:p>
            <a:pPr indent="-342900" lvl="1" marL="914400" rtl="0" algn="l">
              <a:spcBef>
                <a:spcPts val="0"/>
              </a:spcBef>
              <a:spcAft>
                <a:spcPts val="0"/>
              </a:spcAft>
              <a:buSzPts val="1800"/>
              <a:buChar char="-"/>
            </a:pPr>
            <a:r>
              <a:rPr lang="en-GB"/>
              <a:t>Top3, 0</a:t>
            </a:r>
            <a:endParaRPr/>
          </a:p>
          <a:p>
            <a:pPr indent="-342900" lvl="1" marL="914400" rtl="0" algn="l">
              <a:spcBef>
                <a:spcPts val="0"/>
              </a:spcBef>
              <a:spcAft>
                <a:spcPts val="0"/>
              </a:spcAft>
              <a:buSzPts val="1800"/>
              <a:buChar char="-"/>
            </a:pPr>
            <a:r>
              <a:rPr lang="en-GB"/>
              <a: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pic>
        <p:nvPicPr>
          <p:cNvPr id="237" name="Google Shape;237;p38"/>
          <p:cNvPicPr preferRelativeResize="0"/>
          <p:nvPr/>
        </p:nvPicPr>
        <p:blipFill>
          <a:blip r:embed="rId3">
            <a:alphaModFix/>
          </a:blip>
          <a:stretch>
            <a:fillRect/>
          </a:stretch>
        </p:blipFill>
        <p:spPr>
          <a:xfrm>
            <a:off x="152400" y="3430300"/>
            <a:ext cx="8839200" cy="74002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9"/>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Reward output format</a:t>
            </a:r>
            <a:endParaRPr/>
          </a:p>
        </p:txBody>
      </p:sp>
      <p:sp>
        <p:nvSpPr>
          <p:cNvPr id="243" name="Google Shape;243;p39"/>
          <p:cNvSpPr txBox="1"/>
          <p:nvPr>
            <p:ph idx="1" type="body"/>
          </p:nvPr>
        </p:nvSpPr>
        <p:spPr>
          <a:xfrm>
            <a:off x="758824" y="1306642"/>
            <a:ext cx="7556400" cy="2922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-constraint set</a:t>
            </a:r>
            <a:endParaRPr/>
          </a:p>
          <a:p>
            <a:pPr indent="0" lvl="0" marL="0" rtl="0" algn="l">
              <a:spcBef>
                <a:spcPts val="0"/>
              </a:spcBef>
              <a:spcAft>
                <a:spcPts val="0"/>
              </a:spcAft>
              <a:buNone/>
            </a:pPr>
            <a:r>
              <a:rPr lang="en-GB"/>
              <a:t>-circuit array</a:t>
            </a:r>
            <a:endParaRPr/>
          </a:p>
          <a:p>
            <a:pPr indent="0" lvl="0" marL="0" rtl="0" algn="l">
              <a:spcBef>
                <a:spcPts val="0"/>
              </a:spcBef>
              <a:spcAft>
                <a:spcPts val="0"/>
              </a:spcAft>
              <a:buNone/>
            </a:pPr>
            <a:r>
              <a:rPr lang="en-GB"/>
              <a:t>-&gt; topology with</a:t>
            </a:r>
            <a:endParaRPr/>
          </a:p>
          <a:p>
            <a:pPr indent="0" lvl="0" marL="0" rtl="0" algn="l">
              <a:spcBef>
                <a:spcPts val="0"/>
              </a:spcBef>
              <a:spcAft>
                <a:spcPts val="0"/>
              </a:spcAft>
              <a:buNone/>
            </a:pPr>
            <a:r>
              <a:rPr lang="en-GB"/>
              <a:t>	- fitness score</a:t>
            </a:r>
            <a:endParaRPr/>
          </a:p>
          <a:p>
            <a:pPr indent="0" lvl="0" marL="0" rtl="0" algn="l">
              <a:spcBef>
                <a:spcPts val="0"/>
              </a:spcBef>
              <a:spcAft>
                <a:spcPts val="0"/>
              </a:spcAft>
              <a:buNone/>
            </a:pPr>
            <a:r>
              <a:rPr lang="en-GB"/>
              <a:t>	- detailed loss breakdown</a:t>
            </a:r>
            <a:endParaRPr/>
          </a:p>
          <a:p>
            <a:pPr indent="0" lvl="0" marL="0" rtl="0" algn="l">
              <a:spcBef>
                <a:spcPts val="0"/>
              </a:spcBef>
              <a:spcAft>
                <a:spcPts val="0"/>
              </a:spcAft>
              <a:buNone/>
            </a:pPr>
            <a:r>
              <a:rPr lang="en-GB"/>
              <a:t>	- essential raw metrics from simulation</a:t>
            </a:r>
            <a:endParaRPr/>
          </a:p>
        </p:txBody>
      </p:sp>
      <p:pic>
        <p:nvPicPr>
          <p:cNvPr id="244" name="Google Shape;244;p39"/>
          <p:cNvPicPr preferRelativeResize="0"/>
          <p:nvPr/>
        </p:nvPicPr>
        <p:blipFill>
          <a:blip r:embed="rId3">
            <a:alphaModFix/>
          </a:blip>
          <a:stretch>
            <a:fillRect/>
          </a:stretch>
        </p:blipFill>
        <p:spPr>
          <a:xfrm>
            <a:off x="5509352" y="106450"/>
            <a:ext cx="3384551" cy="493060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Results (3 iterations)</a:t>
            </a:r>
            <a:endParaRPr/>
          </a:p>
        </p:txBody>
      </p:sp>
      <p:pic>
        <p:nvPicPr>
          <p:cNvPr id="250" name="Google Shape;250;p40"/>
          <p:cNvPicPr preferRelativeResize="0"/>
          <p:nvPr/>
        </p:nvPicPr>
        <p:blipFill>
          <a:blip r:embed="rId3">
            <a:alphaModFix/>
          </a:blip>
          <a:stretch>
            <a:fillRect/>
          </a:stretch>
        </p:blipFill>
        <p:spPr>
          <a:xfrm>
            <a:off x="381025" y="1350800"/>
            <a:ext cx="3255875" cy="2441898"/>
          </a:xfrm>
          <a:prstGeom prst="rect">
            <a:avLst/>
          </a:prstGeom>
          <a:noFill/>
          <a:ln>
            <a:noFill/>
          </a:ln>
        </p:spPr>
      </p:pic>
      <p:pic>
        <p:nvPicPr>
          <p:cNvPr id="251" name="Google Shape;251;p40"/>
          <p:cNvPicPr preferRelativeResize="0"/>
          <p:nvPr/>
        </p:nvPicPr>
        <p:blipFill>
          <a:blip r:embed="rId4">
            <a:alphaModFix/>
          </a:blip>
          <a:stretch>
            <a:fillRect/>
          </a:stretch>
        </p:blipFill>
        <p:spPr>
          <a:xfrm>
            <a:off x="3895125" y="158753"/>
            <a:ext cx="3438423" cy="2578825"/>
          </a:xfrm>
          <a:prstGeom prst="rect">
            <a:avLst/>
          </a:prstGeom>
          <a:noFill/>
          <a:ln>
            <a:noFill/>
          </a:ln>
        </p:spPr>
      </p:pic>
      <p:pic>
        <p:nvPicPr>
          <p:cNvPr id="252" name="Google Shape;252;p40"/>
          <p:cNvPicPr preferRelativeResize="0"/>
          <p:nvPr/>
        </p:nvPicPr>
        <p:blipFill>
          <a:blip r:embed="rId5">
            <a:alphaModFix/>
          </a:blip>
          <a:stretch>
            <a:fillRect/>
          </a:stretch>
        </p:blipFill>
        <p:spPr>
          <a:xfrm>
            <a:off x="3895125" y="2847650"/>
            <a:ext cx="3438423" cy="215812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pic>
        <p:nvPicPr>
          <p:cNvPr id="257" name="Google Shape;257;p41"/>
          <p:cNvPicPr preferRelativeResize="0"/>
          <p:nvPr/>
        </p:nvPicPr>
        <p:blipFill>
          <a:blip r:embed="rId3">
            <a:alphaModFix/>
          </a:blip>
          <a:stretch>
            <a:fillRect/>
          </a:stretch>
        </p:blipFill>
        <p:spPr>
          <a:xfrm>
            <a:off x="332325" y="787425"/>
            <a:ext cx="4139223" cy="3104425"/>
          </a:xfrm>
          <a:prstGeom prst="rect">
            <a:avLst/>
          </a:prstGeom>
          <a:noFill/>
          <a:ln>
            <a:noFill/>
          </a:ln>
        </p:spPr>
      </p:pic>
      <p:pic>
        <p:nvPicPr>
          <p:cNvPr id="258" name="Google Shape;258;p41"/>
          <p:cNvPicPr preferRelativeResize="0"/>
          <p:nvPr/>
        </p:nvPicPr>
        <p:blipFill>
          <a:blip r:embed="rId4">
            <a:alphaModFix/>
          </a:blip>
          <a:stretch>
            <a:fillRect/>
          </a:stretch>
        </p:blipFill>
        <p:spPr>
          <a:xfrm>
            <a:off x="4571998" y="701763"/>
            <a:ext cx="4367652" cy="327573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2"/>
          <p:cNvSpPr txBox="1"/>
          <p:nvPr>
            <p:ph type="title"/>
          </p:nvPr>
        </p:nvSpPr>
        <p:spPr>
          <a:xfrm>
            <a:off x="758825" y="518711"/>
            <a:ext cx="7556400" cy="539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GB"/>
              <a:t>Topology schematics</a:t>
            </a:r>
            <a:endParaRPr/>
          </a:p>
        </p:txBody>
      </p:sp>
      <p:pic>
        <p:nvPicPr>
          <p:cNvPr id="264" name="Google Shape;264;p42"/>
          <p:cNvPicPr preferRelativeResize="0"/>
          <p:nvPr/>
        </p:nvPicPr>
        <p:blipFill>
          <a:blip r:embed="rId3">
            <a:alphaModFix/>
          </a:blip>
          <a:stretch>
            <a:fillRect/>
          </a:stretch>
        </p:blipFill>
        <p:spPr>
          <a:xfrm>
            <a:off x="2728913" y="1220786"/>
            <a:ext cx="3686175" cy="35242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Kantoorthema">
  <a:themeElements>
    <a:clrScheme name="TUe_PPT_V2">
      <a:dk1>
        <a:srgbClr val="000000"/>
      </a:dk1>
      <a:lt1>
        <a:srgbClr val="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