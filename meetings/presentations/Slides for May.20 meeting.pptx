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6" r:id="rId4"/>
    <p:sldMasterId id="2147483677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da7f5c1d1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da7f5c1d1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da7f5c1d1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da7f5c1d1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f1fd1721a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f1fd1721a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da7f5c1d16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da7f5c1d16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f1fd1721a_2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df1fd1721a_2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e3a80792c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e3a80792c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e3a80792c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e3a80792c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e3a80792ce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e3a80792ce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Title at the top">
  <p:cSld name="Title slide - Title at the top">
    <p:bg>
      <p:bgPr>
        <a:solidFill>
          <a:srgbClr val="EEE8E8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/>
          <p:nvPr/>
        </p:nvSpPr>
        <p:spPr>
          <a:xfrm>
            <a:off x="0" y="756000"/>
            <a:ext cx="9144000" cy="1080000"/>
          </a:xfrm>
          <a:prstGeom prst="rect">
            <a:avLst/>
          </a:prstGeom>
          <a:solidFill>
            <a:schemeClr val="dk1">
              <a:alpha val="25098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4"/>
          <p:cNvSpPr txBox="1"/>
          <p:nvPr>
            <p:ph type="ctrTitle"/>
          </p:nvPr>
        </p:nvSpPr>
        <p:spPr>
          <a:xfrm>
            <a:off x="-1" y="756049"/>
            <a:ext cx="9143999" cy="792000"/>
          </a:xfrm>
          <a:prstGeom prst="rect">
            <a:avLst/>
          </a:prstGeom>
          <a:solidFill>
            <a:schemeClr val="dk2">
              <a:alpha val="50196"/>
            </a:schemeClr>
          </a:solidFill>
          <a:ln>
            <a:noFill/>
          </a:ln>
        </p:spPr>
        <p:txBody>
          <a:bodyPr anchorCtr="0" anchor="ctr" bIns="0" lIns="756000" spcFirstLastPara="1" rIns="1962000" wrap="square" tIns="0">
            <a:noAutofit/>
          </a:bodyPr>
          <a:lstStyle>
            <a:lvl1pPr lvl="0" algn="l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None/>
              <a:defRPr sz="2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-1" y="1548000"/>
            <a:ext cx="9143999" cy="288000"/>
          </a:xfrm>
          <a:prstGeom prst="rect">
            <a:avLst/>
          </a:prstGeom>
          <a:solidFill>
            <a:schemeClr val="dk2">
              <a:alpha val="50196"/>
            </a:schemeClr>
          </a:solidFill>
          <a:ln>
            <a:noFill/>
          </a:ln>
        </p:spPr>
        <p:txBody>
          <a:bodyPr anchorCtr="0" anchor="t" bIns="0" lIns="756000" spcFirstLastPara="1" rIns="1962000" wrap="square" tIns="18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 cap="none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60" name="Google Shape;60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0600" y="4568825"/>
            <a:ext cx="1803400" cy="57467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>
            <p:ph idx="2" type="body"/>
          </p:nvPr>
        </p:nvSpPr>
        <p:spPr>
          <a:xfrm>
            <a:off x="0" y="3990975"/>
            <a:ext cx="9143999" cy="576263"/>
          </a:xfrm>
          <a:prstGeom prst="rect">
            <a:avLst/>
          </a:prstGeom>
          <a:solidFill>
            <a:srgbClr val="000000">
              <a:alpha val="25098"/>
            </a:srgbClr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1" sz="11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2" name="Google Shape;62;p14"/>
          <p:cNvSpPr txBox="1"/>
          <p:nvPr>
            <p:ph idx="3" type="body"/>
          </p:nvPr>
        </p:nvSpPr>
        <p:spPr>
          <a:xfrm>
            <a:off x="-6667" y="4567237"/>
            <a:ext cx="7347267" cy="5762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b="0" sz="11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Title in the middle">
  <p:cSld name="Title slide - Title in the middle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/>
          <p:nvPr/>
        </p:nvSpPr>
        <p:spPr>
          <a:xfrm>
            <a:off x="0" y="1836000"/>
            <a:ext cx="9144000" cy="1080000"/>
          </a:xfrm>
          <a:prstGeom prst="rect">
            <a:avLst/>
          </a:prstGeom>
          <a:solidFill>
            <a:schemeClr val="dk1">
              <a:alpha val="25098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>
            <p:ph type="ctrTitle"/>
          </p:nvPr>
        </p:nvSpPr>
        <p:spPr>
          <a:xfrm>
            <a:off x="-1" y="1835549"/>
            <a:ext cx="9143999" cy="792000"/>
          </a:xfrm>
          <a:prstGeom prst="rect">
            <a:avLst/>
          </a:prstGeom>
          <a:solidFill>
            <a:schemeClr val="dk2">
              <a:alpha val="50196"/>
            </a:schemeClr>
          </a:solidFill>
          <a:ln>
            <a:noFill/>
          </a:ln>
        </p:spPr>
        <p:txBody>
          <a:bodyPr anchorCtr="0" anchor="ctr" bIns="0" lIns="756000" spcFirstLastPara="1" rIns="1962000" wrap="square" tIns="0">
            <a:noAutofit/>
          </a:bodyPr>
          <a:lstStyle>
            <a:lvl1pPr lvl="0" algn="l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None/>
              <a:defRPr sz="2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" type="subTitle"/>
          </p:nvPr>
        </p:nvSpPr>
        <p:spPr>
          <a:xfrm>
            <a:off x="-1" y="2628097"/>
            <a:ext cx="9143999" cy="288000"/>
          </a:xfrm>
          <a:prstGeom prst="rect">
            <a:avLst/>
          </a:prstGeom>
          <a:solidFill>
            <a:schemeClr val="dk2">
              <a:alpha val="50196"/>
            </a:schemeClr>
          </a:solidFill>
          <a:ln>
            <a:noFill/>
          </a:ln>
        </p:spPr>
        <p:txBody>
          <a:bodyPr anchorCtr="0" anchor="t" bIns="0" lIns="756000" spcFirstLastPara="1" rIns="1962000" wrap="square" tIns="18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 cap="none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0600" y="4568825"/>
            <a:ext cx="1803400" cy="574675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>
            <p:ph idx="2" type="body"/>
          </p:nvPr>
        </p:nvSpPr>
        <p:spPr>
          <a:xfrm>
            <a:off x="0" y="3990975"/>
            <a:ext cx="9143999" cy="576263"/>
          </a:xfrm>
          <a:prstGeom prst="rect">
            <a:avLst/>
          </a:prstGeom>
          <a:solidFill>
            <a:srgbClr val="000000">
              <a:alpha val="25098"/>
            </a:srgbClr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1" sz="11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9" name="Google Shape;69;p15"/>
          <p:cNvSpPr txBox="1"/>
          <p:nvPr>
            <p:ph idx="3" type="body"/>
          </p:nvPr>
        </p:nvSpPr>
        <p:spPr>
          <a:xfrm>
            <a:off x="-6667" y="4567237"/>
            <a:ext cx="7347267" cy="5762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b="0" sz="11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Title at the bottom">
  <p:cSld name="Title slide - Title at the bottom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/>
          <p:nvPr/>
        </p:nvSpPr>
        <p:spPr>
          <a:xfrm>
            <a:off x="0" y="2916000"/>
            <a:ext cx="9144000" cy="1080000"/>
          </a:xfrm>
          <a:prstGeom prst="rect">
            <a:avLst/>
          </a:prstGeom>
          <a:solidFill>
            <a:schemeClr val="dk1">
              <a:alpha val="25098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6"/>
          <p:cNvSpPr txBox="1"/>
          <p:nvPr>
            <p:ph type="ctrTitle"/>
          </p:nvPr>
        </p:nvSpPr>
        <p:spPr>
          <a:xfrm>
            <a:off x="-1" y="2915049"/>
            <a:ext cx="9143999" cy="792000"/>
          </a:xfrm>
          <a:prstGeom prst="rect">
            <a:avLst/>
          </a:prstGeom>
          <a:solidFill>
            <a:schemeClr val="dk2">
              <a:alpha val="50196"/>
            </a:schemeClr>
          </a:solidFill>
          <a:ln>
            <a:noFill/>
          </a:ln>
        </p:spPr>
        <p:txBody>
          <a:bodyPr anchorCtr="0" anchor="ctr" bIns="0" lIns="756000" spcFirstLastPara="1" rIns="1962000" wrap="square" tIns="0">
            <a:noAutofit/>
          </a:bodyPr>
          <a:lstStyle>
            <a:lvl1pPr lvl="0" algn="l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None/>
              <a:defRPr sz="2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-1" y="3708591"/>
            <a:ext cx="9143999" cy="288000"/>
          </a:xfrm>
          <a:prstGeom prst="rect">
            <a:avLst/>
          </a:prstGeom>
          <a:solidFill>
            <a:schemeClr val="dk2">
              <a:alpha val="50196"/>
            </a:schemeClr>
          </a:solidFill>
          <a:ln>
            <a:noFill/>
          </a:ln>
        </p:spPr>
        <p:txBody>
          <a:bodyPr anchorCtr="0" anchor="t" bIns="0" lIns="756000" spcFirstLastPara="1" rIns="1962000" wrap="square" tIns="18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 cap="none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74" name="Google Shape;74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0600" y="4568825"/>
            <a:ext cx="1803400" cy="574675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6"/>
          <p:cNvSpPr txBox="1"/>
          <p:nvPr>
            <p:ph idx="2" type="body"/>
          </p:nvPr>
        </p:nvSpPr>
        <p:spPr>
          <a:xfrm>
            <a:off x="0" y="3990975"/>
            <a:ext cx="9143999" cy="576263"/>
          </a:xfrm>
          <a:prstGeom prst="rect">
            <a:avLst/>
          </a:prstGeom>
          <a:solidFill>
            <a:srgbClr val="000000">
              <a:alpha val="25098"/>
            </a:srgbClr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1" sz="11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3" type="body"/>
          </p:nvPr>
        </p:nvSpPr>
        <p:spPr>
          <a:xfrm>
            <a:off x="-6667" y="4567237"/>
            <a:ext cx="7347267" cy="5762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b="0" sz="11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slide" type="obj">
  <p:cSld name="OBJEC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758825" y="518711"/>
            <a:ext cx="7556500" cy="539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758824" y="1306642"/>
            <a:ext cx="7556501" cy="2922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7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slide - 2 columns">
  <p:cSld name="Text slide - 2 columns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758825" y="585793"/>
            <a:ext cx="3595688" cy="7322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755650" y="1295401"/>
            <a:ext cx="3598863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2" type="body"/>
          </p:nvPr>
        </p:nvSpPr>
        <p:spPr>
          <a:xfrm>
            <a:off x="4723606" y="1296000"/>
            <a:ext cx="3595688" cy="29331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90" name="Google Shape;90;p18"/>
          <p:cNvSpPr txBox="1"/>
          <p:nvPr>
            <p:ph idx="3" type="body"/>
          </p:nvPr>
        </p:nvSpPr>
        <p:spPr>
          <a:xfrm>
            <a:off x="4714875" y="586800"/>
            <a:ext cx="3604419" cy="7322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 b="0" sz="19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text - 1/2 image">
  <p:cSld name="1/2 text - 1/2 image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756000" y="586800"/>
            <a:ext cx="3600000" cy="7322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" type="body"/>
          </p:nvPr>
        </p:nvSpPr>
        <p:spPr>
          <a:xfrm>
            <a:off x="755650" y="1295401"/>
            <a:ext cx="3598863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19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9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97" name="Google Shape;97;p19"/>
          <p:cNvSpPr/>
          <p:nvPr>
            <p:ph idx="2" type="pic"/>
          </p:nvPr>
        </p:nvSpPr>
        <p:spPr>
          <a:xfrm>
            <a:off x="4714875" y="0"/>
            <a:ext cx="4429125" cy="4567238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/3 text - 1/3 image">
  <p:cSld name="2/3 text - 1/3 imag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756000" y="586800"/>
            <a:ext cx="4910138" cy="7322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20"/>
          <p:cNvSpPr txBox="1"/>
          <p:nvPr>
            <p:ph idx="1" type="body"/>
          </p:nvPr>
        </p:nvSpPr>
        <p:spPr>
          <a:xfrm>
            <a:off x="755650" y="1295401"/>
            <a:ext cx="4913313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2" name="Google Shape;102;p20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0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04" name="Google Shape;104;p20"/>
          <p:cNvSpPr/>
          <p:nvPr>
            <p:ph idx="2" type="pic"/>
          </p:nvPr>
        </p:nvSpPr>
        <p:spPr>
          <a:xfrm>
            <a:off x="6046788" y="0"/>
            <a:ext cx="3097212" cy="4567238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image - 1/2 text">
  <p:cSld name="1/2 image - 1/2 tex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/>
          <p:nvPr>
            <p:ph type="title"/>
          </p:nvPr>
        </p:nvSpPr>
        <p:spPr>
          <a:xfrm>
            <a:off x="4723518" y="586800"/>
            <a:ext cx="3600000" cy="7322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21"/>
          <p:cNvSpPr txBox="1"/>
          <p:nvPr>
            <p:ph idx="1" type="body"/>
          </p:nvPr>
        </p:nvSpPr>
        <p:spPr>
          <a:xfrm>
            <a:off x="4720343" y="1295401"/>
            <a:ext cx="3598863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9" name="Google Shape;109;p21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21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11" name="Google Shape;111;p21"/>
          <p:cNvSpPr/>
          <p:nvPr>
            <p:ph idx="2" type="pic"/>
          </p:nvPr>
        </p:nvSpPr>
        <p:spPr>
          <a:xfrm>
            <a:off x="0" y="0"/>
            <a:ext cx="4354513" cy="4567238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3 image - 2/3 text">
  <p:cSld name="1/3 image - 2/3 text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494405" y="586800"/>
            <a:ext cx="4820920" cy="7322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491230" y="1295401"/>
            <a:ext cx="4824095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5" name="Google Shape;115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6" name="Google Shape;116;p22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22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18" name="Google Shape;118;p22"/>
          <p:cNvSpPr/>
          <p:nvPr>
            <p:ph idx="2" type="pic"/>
          </p:nvPr>
        </p:nvSpPr>
        <p:spPr>
          <a:xfrm>
            <a:off x="0" y="0"/>
            <a:ext cx="3022600" cy="4567238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+ image/movie 16:9">
  <p:cSld name="Headline + image/movie 16:9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758825" y="518711"/>
            <a:ext cx="7556500" cy="539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2" name="Google Shape;122;p23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23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1889125" y="1079501"/>
            <a:ext cx="5292725" cy="29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23"/>
          <p:cNvSpPr txBox="1"/>
          <p:nvPr>
            <p:ph idx="2" type="body"/>
          </p:nvPr>
        </p:nvSpPr>
        <p:spPr>
          <a:xfrm>
            <a:off x="1889125" y="4106268"/>
            <a:ext cx="5292725" cy="1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1" sz="11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+ 3 images">
  <p:cSld name="Text + 3 images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4"/>
          <p:cNvSpPr txBox="1"/>
          <p:nvPr>
            <p:ph type="title"/>
          </p:nvPr>
        </p:nvSpPr>
        <p:spPr>
          <a:xfrm>
            <a:off x="758825" y="518711"/>
            <a:ext cx="7556500" cy="539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24"/>
          <p:cNvSpPr txBox="1"/>
          <p:nvPr>
            <p:ph idx="1" type="body"/>
          </p:nvPr>
        </p:nvSpPr>
        <p:spPr>
          <a:xfrm>
            <a:off x="758824" y="1306642"/>
            <a:ext cx="2084389" cy="636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None/>
              <a:defRPr sz="165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9" name="Google Shape;129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0" name="Google Shape;130;p24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4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32" name="Google Shape;132;p24"/>
          <p:cNvSpPr txBox="1"/>
          <p:nvPr>
            <p:ph idx="2" type="body"/>
          </p:nvPr>
        </p:nvSpPr>
        <p:spPr>
          <a:xfrm>
            <a:off x="3490913" y="1302661"/>
            <a:ext cx="2084389" cy="636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None/>
              <a:defRPr sz="165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24"/>
          <p:cNvSpPr txBox="1"/>
          <p:nvPr>
            <p:ph idx="3" type="body"/>
          </p:nvPr>
        </p:nvSpPr>
        <p:spPr>
          <a:xfrm>
            <a:off x="6235414" y="1302661"/>
            <a:ext cx="2084389" cy="636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None/>
              <a:defRPr sz="165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4" name="Google Shape;134;p24"/>
          <p:cNvSpPr/>
          <p:nvPr>
            <p:ph idx="4" type="pic"/>
          </p:nvPr>
        </p:nvSpPr>
        <p:spPr>
          <a:xfrm>
            <a:off x="755650" y="1943101"/>
            <a:ext cx="2087563" cy="2625298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4"/>
          <p:cNvSpPr/>
          <p:nvPr>
            <p:ph idx="5" type="pic"/>
          </p:nvPr>
        </p:nvSpPr>
        <p:spPr>
          <a:xfrm>
            <a:off x="3487739" y="1943101"/>
            <a:ext cx="2087563" cy="262529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24"/>
          <p:cNvSpPr/>
          <p:nvPr>
            <p:ph idx="6" type="pic"/>
          </p:nvPr>
        </p:nvSpPr>
        <p:spPr>
          <a:xfrm>
            <a:off x="6235414" y="1943101"/>
            <a:ext cx="2087563" cy="2625298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ing + full screen dark image">
  <p:cSld name="Heading + full screen dark image">
    <p:bg>
      <p:bgPr>
        <a:solidFill>
          <a:srgbClr val="A5A5A5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758825" y="518400"/>
            <a:ext cx="7556500" cy="733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Calibri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2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0" name="Google Shape;140;p25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25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ing + full screen light image">
  <p:cSld name="Heading + full screen light image">
    <p:bg>
      <p:bgPr>
        <a:solidFill>
          <a:srgbClr val="F2F2F2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6"/>
          <p:cNvSpPr txBox="1"/>
          <p:nvPr>
            <p:ph type="title"/>
          </p:nvPr>
        </p:nvSpPr>
        <p:spPr>
          <a:xfrm>
            <a:off x="758825" y="518400"/>
            <a:ext cx="7556500" cy="733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2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5" name="Google Shape;145;p26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6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hite background">
  <p:cSld name="White background">
    <p:bg>
      <p:bgPr>
        <a:solidFill>
          <a:schemeClr val="lt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758825" y="518400"/>
            <a:ext cx="7556500" cy="733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7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p27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2" name="Google Shape;152;p27"/>
          <p:cNvCxnSpPr/>
          <p:nvPr/>
        </p:nvCxnSpPr>
        <p:spPr>
          <a:xfrm>
            <a:off x="0" y="456378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53" name="Google Shape;153;p27"/>
          <p:cNvSpPr/>
          <p:nvPr>
            <p:ph idx="2" type="pic"/>
          </p:nvPr>
        </p:nvSpPr>
        <p:spPr>
          <a:xfrm>
            <a:off x="1890000" y="1299075"/>
            <a:ext cx="5292725" cy="297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carlet background">
  <p:cSld name="Scarlet background">
    <p:bg>
      <p:bgPr>
        <a:solidFill>
          <a:schemeClr val="dk2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8"/>
          <p:cNvSpPr txBox="1"/>
          <p:nvPr>
            <p:ph type="title"/>
          </p:nvPr>
        </p:nvSpPr>
        <p:spPr>
          <a:xfrm>
            <a:off x="758825" y="518711"/>
            <a:ext cx="7556500" cy="539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Calibri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8"/>
          <p:cNvSpPr txBox="1"/>
          <p:nvPr>
            <p:ph idx="1" type="body"/>
          </p:nvPr>
        </p:nvSpPr>
        <p:spPr>
          <a:xfrm>
            <a:off x="758824" y="1306642"/>
            <a:ext cx="7556501" cy="2922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50"/>
              <a:buNone/>
              <a:defRPr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50"/>
              <a:buNone/>
              <a:defRPr>
                <a:solidFill>
                  <a:schemeClr val="lt1"/>
                </a:solidFill>
              </a:defRPr>
            </a:lvl2pPr>
            <a:lvl3pPr indent="-333375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50"/>
              <a:buChar char="•"/>
              <a:defRPr>
                <a:solidFill>
                  <a:schemeClr val="lt1"/>
                </a:solidFill>
              </a:defRPr>
            </a:lvl3pPr>
            <a:lvl4pPr indent="-333375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50"/>
              <a:buChar char="•"/>
              <a:defRPr>
                <a:solidFill>
                  <a:schemeClr val="lt1"/>
                </a:solidFill>
              </a:defRPr>
            </a:lvl4pPr>
            <a:lvl5pPr indent="-333375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5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7" name="Google Shape;157;p2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8" name="Google Shape;158;p28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8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+ text">
  <p:cSld name="Table + text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9"/>
          <p:cNvSpPr txBox="1"/>
          <p:nvPr>
            <p:ph type="title"/>
          </p:nvPr>
        </p:nvSpPr>
        <p:spPr>
          <a:xfrm>
            <a:off x="755650" y="586800"/>
            <a:ext cx="7563556" cy="5163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2" name="Google Shape;162;p29"/>
          <p:cNvSpPr txBox="1"/>
          <p:nvPr>
            <p:ph idx="1" type="body"/>
          </p:nvPr>
        </p:nvSpPr>
        <p:spPr>
          <a:xfrm>
            <a:off x="755651" y="2638425"/>
            <a:ext cx="7563556" cy="15906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3" name="Google Shape;163;p2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4" name="Google Shape;164;p29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p29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rt">
  <p:cSld name="Chart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0"/>
          <p:cNvSpPr txBox="1"/>
          <p:nvPr>
            <p:ph type="title"/>
          </p:nvPr>
        </p:nvSpPr>
        <p:spPr>
          <a:xfrm>
            <a:off x="755650" y="586800"/>
            <a:ext cx="7563556" cy="5163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p3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9" name="Google Shape;169;p30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30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1" name="Google Shape;171;p30"/>
          <p:cNvSpPr/>
          <p:nvPr>
            <p:ph idx="2" type="chart"/>
          </p:nvPr>
        </p:nvSpPr>
        <p:spPr>
          <a:xfrm>
            <a:off x="755650" y="1079500"/>
            <a:ext cx="7559675" cy="31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Arial"/>
              <a:buNone/>
              <a:defRPr b="0" i="0" sz="1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None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26.xml"/><Relationship Id="rId5" Type="http://schemas.openxmlformats.org/officeDocument/2006/relationships/slideLayout" Target="../slideLayouts/slideLayout15.xml"/><Relationship Id="rId19" Type="http://schemas.openxmlformats.org/officeDocument/2006/relationships/theme" Target="../theme/theme1.xml"/><Relationship Id="rId6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8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EE8E8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2" name="Google Shape;52;p13"/>
          <p:cNvSpPr txBox="1"/>
          <p:nvPr>
            <p:ph type="title"/>
          </p:nvPr>
        </p:nvSpPr>
        <p:spPr>
          <a:xfrm>
            <a:off x="758825" y="518711"/>
            <a:ext cx="7556500" cy="539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 b="1" i="0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3" name="Google Shape;53;p13"/>
          <p:cNvSpPr txBox="1"/>
          <p:nvPr>
            <p:ph idx="1" type="body"/>
          </p:nvPr>
        </p:nvSpPr>
        <p:spPr>
          <a:xfrm>
            <a:off x="758824" y="1306642"/>
            <a:ext cx="7556501" cy="2922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Arial"/>
              <a:buNone/>
              <a:defRPr b="0" i="0" sz="1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None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3375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3375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3375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156575" y="4568825"/>
            <a:ext cx="987425" cy="57467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  <p:sldLayoutId id="2147483674" r:id="rId17"/>
    <p:sldLayoutId id="2147483675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1"/>
          <p:cNvSpPr txBox="1"/>
          <p:nvPr>
            <p:ph type="ctrTitle"/>
          </p:nvPr>
        </p:nvSpPr>
        <p:spPr>
          <a:xfrm>
            <a:off x="-1" y="1835549"/>
            <a:ext cx="9144000" cy="792000"/>
          </a:xfrm>
          <a:prstGeom prst="rect">
            <a:avLst/>
          </a:prstGeom>
        </p:spPr>
        <p:txBody>
          <a:bodyPr anchorCtr="0" anchor="ctr" bIns="0" lIns="756000" spcFirstLastPara="1" rIns="1962000" wrap="square" tIns="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700"/>
              <a:t>Supervisor</a:t>
            </a:r>
            <a:r>
              <a:rPr lang="en-GB" sz="2700"/>
              <a:t> meeting, Thursday May 20th </a:t>
            </a:r>
            <a:endParaRPr/>
          </a:p>
        </p:txBody>
      </p:sp>
      <p:sp>
        <p:nvSpPr>
          <p:cNvPr id="177" name="Google Shape;177;p31"/>
          <p:cNvSpPr txBox="1"/>
          <p:nvPr>
            <p:ph idx="2" type="body"/>
          </p:nvPr>
        </p:nvSpPr>
        <p:spPr>
          <a:xfrm>
            <a:off x="0" y="3990975"/>
            <a:ext cx="9144000" cy="576300"/>
          </a:xfrm>
          <a:prstGeom prst="rect">
            <a:avLst/>
          </a:prstGeom>
        </p:spPr>
        <p:txBody>
          <a:bodyPr anchorCtr="0" anchor="ctr" bIns="0" lIns="7560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31"/>
          <p:cNvSpPr txBox="1"/>
          <p:nvPr>
            <p:ph idx="1" type="subTitle"/>
          </p:nvPr>
        </p:nvSpPr>
        <p:spPr>
          <a:xfrm>
            <a:off x="-1" y="2628097"/>
            <a:ext cx="9144000" cy="288000"/>
          </a:xfrm>
          <a:prstGeom prst="rect">
            <a:avLst/>
          </a:prstGeom>
        </p:spPr>
        <p:txBody>
          <a:bodyPr anchorCtr="0" anchor="t" bIns="0" lIns="756000" spcFirstLastPara="1" rIns="1962000" wrap="square" tIns="18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31"/>
          <p:cNvSpPr txBox="1"/>
          <p:nvPr>
            <p:ph idx="3" type="body"/>
          </p:nvPr>
        </p:nvSpPr>
        <p:spPr>
          <a:xfrm>
            <a:off x="-6667" y="4567237"/>
            <a:ext cx="7347300" cy="576300"/>
          </a:xfrm>
          <a:prstGeom prst="rect">
            <a:avLst/>
          </a:prstGeom>
        </p:spPr>
        <p:txBody>
          <a:bodyPr anchorCtr="0" anchor="ctr" bIns="0" lIns="7560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2"/>
          <p:cNvSpPr txBox="1"/>
          <p:nvPr>
            <p:ph type="title"/>
          </p:nvPr>
        </p:nvSpPr>
        <p:spPr>
          <a:xfrm>
            <a:off x="758825" y="518711"/>
            <a:ext cx="7556400" cy="53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Progress</a:t>
            </a:r>
            <a:endParaRPr/>
          </a:p>
        </p:txBody>
      </p:sp>
      <p:sp>
        <p:nvSpPr>
          <p:cNvPr id="185" name="Google Shape;185;p32"/>
          <p:cNvSpPr txBox="1"/>
          <p:nvPr>
            <p:ph idx="1" type="body"/>
          </p:nvPr>
        </p:nvSpPr>
        <p:spPr>
          <a:xfrm>
            <a:off x="758824" y="1306642"/>
            <a:ext cx="7556400" cy="292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What was discussed in the previous meeting:</a:t>
            </a:r>
            <a:endParaRPr/>
          </a:p>
          <a:p>
            <a:pPr indent="-352425" lvl="0" marL="457200" rtl="0" algn="l">
              <a:spcBef>
                <a:spcPts val="0"/>
              </a:spcBef>
              <a:spcAft>
                <a:spcPts val="0"/>
              </a:spcAft>
              <a:buSzPts val="1950"/>
              <a:buChar char="-"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What we did so far since previous meeting:</a:t>
            </a:r>
            <a:endParaRPr/>
          </a:p>
          <a:p>
            <a:pPr indent="-352425" lvl="0" marL="457200" rtl="0" algn="l">
              <a:spcBef>
                <a:spcPts val="0"/>
              </a:spcBef>
              <a:spcAft>
                <a:spcPts val="0"/>
              </a:spcAft>
              <a:buSzPts val="1950"/>
              <a:buChar char="-"/>
            </a:pPr>
            <a:r>
              <a:t/>
            </a:r>
            <a:endParaRPr/>
          </a:p>
          <a:p>
            <a:pPr indent="-352425" lvl="0" marL="457200" rtl="0" algn="l">
              <a:spcBef>
                <a:spcPts val="0"/>
              </a:spcBef>
              <a:spcAft>
                <a:spcPts val="0"/>
              </a:spcAft>
              <a:buSzPts val="1950"/>
              <a:buChar char="-"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3"/>
          <p:cNvSpPr txBox="1"/>
          <p:nvPr>
            <p:ph type="title"/>
          </p:nvPr>
        </p:nvSpPr>
        <p:spPr>
          <a:xfrm>
            <a:off x="758825" y="518711"/>
            <a:ext cx="7556400" cy="53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Progress</a:t>
            </a:r>
            <a:endParaRPr/>
          </a:p>
        </p:txBody>
      </p:sp>
      <p:sp>
        <p:nvSpPr>
          <p:cNvPr id="191" name="Google Shape;191;p33"/>
          <p:cNvSpPr txBox="1"/>
          <p:nvPr>
            <p:ph idx="1" type="body"/>
          </p:nvPr>
        </p:nvSpPr>
        <p:spPr>
          <a:xfrm>
            <a:off x="758824" y="1306642"/>
            <a:ext cx="7556400" cy="292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Results?</a:t>
            </a:r>
            <a:endParaRPr/>
          </a:p>
          <a:p>
            <a:pPr indent="-352425" lvl="0" marL="457200" rtl="0" algn="l">
              <a:spcBef>
                <a:spcPts val="0"/>
              </a:spcBef>
              <a:spcAft>
                <a:spcPts val="0"/>
              </a:spcAft>
              <a:buSzPts val="1950"/>
              <a:buChar char="-"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4"/>
          <p:cNvSpPr txBox="1"/>
          <p:nvPr>
            <p:ph type="title"/>
          </p:nvPr>
        </p:nvSpPr>
        <p:spPr>
          <a:xfrm>
            <a:off x="758825" y="518711"/>
            <a:ext cx="7556400" cy="53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Second version overview (Not complete yet)</a:t>
            </a:r>
            <a:endParaRPr/>
          </a:p>
        </p:txBody>
      </p:sp>
      <p:sp>
        <p:nvSpPr>
          <p:cNvPr id="197" name="Google Shape;197;p34"/>
          <p:cNvSpPr/>
          <p:nvPr/>
        </p:nvSpPr>
        <p:spPr>
          <a:xfrm>
            <a:off x="758825" y="1263325"/>
            <a:ext cx="1983900" cy="1232700"/>
          </a:xfrm>
          <a:prstGeom prst="rect">
            <a:avLst/>
          </a:prstGeom>
          <a:solidFill>
            <a:schemeClr val="accent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Using a model provided by snellius (Qwen-3-14B) to generate topologies and train.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34"/>
          <p:cNvSpPr/>
          <p:nvPr/>
        </p:nvSpPr>
        <p:spPr>
          <a:xfrm>
            <a:off x="3505850" y="1263325"/>
            <a:ext cx="1983900" cy="123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Validation algorithm goes over each topology using a checklist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34"/>
          <p:cNvSpPr/>
          <p:nvPr/>
        </p:nvSpPr>
        <p:spPr>
          <a:xfrm>
            <a:off x="6252875" y="1263325"/>
            <a:ext cx="1983900" cy="123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Valid topologies are considered for simulation, necessary metrics are extracted from the simulation results.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4"/>
          <p:cNvSpPr/>
          <p:nvPr/>
        </p:nvSpPr>
        <p:spPr>
          <a:xfrm>
            <a:off x="4843200" y="3323450"/>
            <a:ext cx="1983900" cy="123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Extracted metrics are used to measure fitness score in reward function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4"/>
          <p:cNvSpPr/>
          <p:nvPr/>
        </p:nvSpPr>
        <p:spPr>
          <a:xfrm>
            <a:off x="1909525" y="3323450"/>
            <a:ext cx="1983900" cy="1232700"/>
          </a:xfrm>
          <a:prstGeom prst="rect">
            <a:avLst/>
          </a:prstGeom>
          <a:solidFill>
            <a:schemeClr val="accent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GRPO loop, processes the scores and updates the weights.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34"/>
          <p:cNvSpPr/>
          <p:nvPr/>
        </p:nvSpPr>
        <p:spPr>
          <a:xfrm>
            <a:off x="2775300" y="1655175"/>
            <a:ext cx="730500" cy="383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34"/>
          <p:cNvSpPr/>
          <p:nvPr/>
        </p:nvSpPr>
        <p:spPr>
          <a:xfrm>
            <a:off x="5522375" y="1687825"/>
            <a:ext cx="730500" cy="383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34"/>
          <p:cNvSpPr/>
          <p:nvPr/>
        </p:nvSpPr>
        <p:spPr>
          <a:xfrm rot="6448063">
            <a:off x="6228370" y="2710230"/>
            <a:ext cx="730590" cy="383702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4"/>
          <p:cNvSpPr/>
          <p:nvPr/>
        </p:nvSpPr>
        <p:spPr>
          <a:xfrm rot="10800000">
            <a:off x="4003073" y="3695382"/>
            <a:ext cx="730500" cy="383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34"/>
          <p:cNvSpPr txBox="1"/>
          <p:nvPr/>
        </p:nvSpPr>
        <p:spPr>
          <a:xfrm>
            <a:off x="6726825" y="2713538"/>
            <a:ext cx="22785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simulation_results.csv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4"/>
          <p:cNvSpPr txBox="1"/>
          <p:nvPr/>
        </p:nvSpPr>
        <p:spPr>
          <a:xfrm>
            <a:off x="5017800" y="792213"/>
            <a:ext cx="22785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validation_results</a:t>
            </a:r>
            <a:r>
              <a:rPr lang="en-GB"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.json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4"/>
          <p:cNvSpPr txBox="1"/>
          <p:nvPr/>
        </p:nvSpPr>
        <p:spPr>
          <a:xfrm>
            <a:off x="2084100" y="870913"/>
            <a:ext cx="22785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batch_id/LLM_output/*.net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4"/>
          <p:cNvSpPr txBox="1"/>
          <p:nvPr/>
        </p:nvSpPr>
        <p:spPr>
          <a:xfrm>
            <a:off x="3229075" y="2899500"/>
            <a:ext cx="18684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reward</a:t>
            </a:r>
            <a:r>
              <a:rPr lang="en-GB"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_results.json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34"/>
          <p:cNvSpPr/>
          <p:nvPr/>
        </p:nvSpPr>
        <p:spPr>
          <a:xfrm rot="-6507436">
            <a:off x="1515412" y="2701542"/>
            <a:ext cx="730581" cy="383648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34"/>
          <p:cNvSpPr txBox="1"/>
          <p:nvPr/>
        </p:nvSpPr>
        <p:spPr>
          <a:xfrm>
            <a:off x="41125" y="2899500"/>
            <a:ext cx="18684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Update weights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5"/>
          <p:cNvSpPr txBox="1"/>
          <p:nvPr>
            <p:ph type="title"/>
          </p:nvPr>
        </p:nvSpPr>
        <p:spPr>
          <a:xfrm>
            <a:off x="758825" y="518711"/>
            <a:ext cx="7556400" cy="53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steps</a:t>
            </a:r>
            <a:endParaRPr/>
          </a:p>
        </p:txBody>
      </p:sp>
      <p:sp>
        <p:nvSpPr>
          <p:cNvPr id="217" name="Google Shape;217;p35"/>
          <p:cNvSpPr txBox="1"/>
          <p:nvPr>
            <p:ph idx="1" type="body"/>
          </p:nvPr>
        </p:nvSpPr>
        <p:spPr>
          <a:xfrm>
            <a:off x="758824" y="1306642"/>
            <a:ext cx="7556400" cy="292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52425" lvl="0" marL="457200" rtl="0" algn="l">
              <a:spcBef>
                <a:spcPts val="0"/>
              </a:spcBef>
              <a:spcAft>
                <a:spcPts val="0"/>
              </a:spcAft>
              <a:buSzPts val="1950"/>
              <a:buChar char="-"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6"/>
          <p:cNvSpPr txBox="1"/>
          <p:nvPr>
            <p:ph type="title"/>
          </p:nvPr>
        </p:nvSpPr>
        <p:spPr>
          <a:xfrm>
            <a:off x="758825" y="518711"/>
            <a:ext cx="7556400" cy="53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36"/>
          <p:cNvSpPr txBox="1"/>
          <p:nvPr>
            <p:ph idx="1" type="body"/>
          </p:nvPr>
        </p:nvSpPr>
        <p:spPr>
          <a:xfrm>
            <a:off x="758824" y="1306642"/>
            <a:ext cx="7556400" cy="292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758825" y="518711"/>
            <a:ext cx="7556400" cy="53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758824" y="1306642"/>
            <a:ext cx="7556400" cy="292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8"/>
          <p:cNvSpPr txBox="1"/>
          <p:nvPr>
            <p:ph type="title"/>
          </p:nvPr>
        </p:nvSpPr>
        <p:spPr>
          <a:xfrm>
            <a:off x="758825" y="518711"/>
            <a:ext cx="7556400" cy="53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38"/>
          <p:cNvSpPr txBox="1"/>
          <p:nvPr>
            <p:ph idx="1" type="body"/>
          </p:nvPr>
        </p:nvSpPr>
        <p:spPr>
          <a:xfrm>
            <a:off x="758824" y="1306642"/>
            <a:ext cx="7556400" cy="292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Kantoorthema">
  <a:themeElements>
    <a:clrScheme name="TUe_PPT_V2">
      <a:dk1>
        <a:srgbClr val="000000"/>
      </a:dk1>
      <a:lt1>
        <a:srgbClr val="FFFFFF"/>
      </a:lt1>
      <a:dk2>
        <a:srgbClr val="C81919"/>
      </a:dk2>
      <a:lt2>
        <a:srgbClr val="101073"/>
      </a:lt2>
      <a:accent1>
        <a:srgbClr val="C81919"/>
      </a:accent1>
      <a:accent2>
        <a:srgbClr val="9E9EB1"/>
      </a:accent2>
      <a:accent3>
        <a:srgbClr val="0092B5"/>
      </a:accent3>
      <a:accent4>
        <a:srgbClr val="FF9A00"/>
      </a:accent4>
      <a:accent5>
        <a:srgbClr val="101073"/>
      </a:accent5>
      <a:accent6>
        <a:srgbClr val="CEDF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